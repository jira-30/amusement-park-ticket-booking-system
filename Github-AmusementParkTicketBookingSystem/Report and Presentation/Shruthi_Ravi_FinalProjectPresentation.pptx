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6F376D-BAC7-8830-9CFA-625FE753CE9F}" v="7" dt="2025-08-12T14:48:07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24D855-9D07-44B6-8FE8-C40C49A64B4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FA9036-4DB9-4DC6-A573-6511F4736718}">
      <dgm:prSet/>
      <dgm:spPr/>
      <dgm:t>
        <a:bodyPr/>
        <a:lstStyle/>
        <a:p>
          <a:r>
            <a:rPr lang="en-US"/>
            <a:t>• React frontend collects user input.</a:t>
          </a:r>
        </a:p>
      </dgm:t>
    </dgm:pt>
    <dgm:pt modelId="{1DCADA90-3872-4485-9BF9-8A8A324C4F3C}" type="parTrans" cxnId="{6A2D9269-9FB0-4889-9D92-BF73432C4DB7}">
      <dgm:prSet/>
      <dgm:spPr/>
      <dgm:t>
        <a:bodyPr/>
        <a:lstStyle/>
        <a:p>
          <a:endParaRPr lang="en-US"/>
        </a:p>
      </dgm:t>
    </dgm:pt>
    <dgm:pt modelId="{FCE531E6-3D27-4A4F-85AE-5209B4CF0887}" type="sibTrans" cxnId="{6A2D9269-9FB0-4889-9D92-BF73432C4DB7}">
      <dgm:prSet/>
      <dgm:spPr/>
      <dgm:t>
        <a:bodyPr/>
        <a:lstStyle/>
        <a:p>
          <a:endParaRPr lang="en-US"/>
        </a:p>
      </dgm:t>
    </dgm:pt>
    <dgm:pt modelId="{6384D845-78BF-4EDE-8CCF-EE9D9124B321}">
      <dgm:prSet/>
      <dgm:spPr/>
      <dgm:t>
        <a:bodyPr/>
        <a:lstStyle/>
        <a:p>
          <a:r>
            <a:rPr lang="en-US"/>
            <a:t>• Node.js backend processes API requests.</a:t>
          </a:r>
        </a:p>
      </dgm:t>
    </dgm:pt>
    <dgm:pt modelId="{D38F732E-467D-4AEC-B7CB-02FAC8460182}" type="parTrans" cxnId="{967952CF-E30C-45EB-8280-5A28C34D021F}">
      <dgm:prSet/>
      <dgm:spPr/>
      <dgm:t>
        <a:bodyPr/>
        <a:lstStyle/>
        <a:p>
          <a:endParaRPr lang="en-US"/>
        </a:p>
      </dgm:t>
    </dgm:pt>
    <dgm:pt modelId="{E34129AA-57FF-4435-9621-9D1AEA018201}" type="sibTrans" cxnId="{967952CF-E30C-45EB-8280-5A28C34D021F}">
      <dgm:prSet/>
      <dgm:spPr/>
      <dgm:t>
        <a:bodyPr/>
        <a:lstStyle/>
        <a:p>
          <a:endParaRPr lang="en-US"/>
        </a:p>
      </dgm:t>
    </dgm:pt>
    <dgm:pt modelId="{BD1AE8EF-451A-483A-B11B-06DD99C8DB65}">
      <dgm:prSet/>
      <dgm:spPr/>
      <dgm:t>
        <a:bodyPr/>
        <a:lstStyle/>
        <a:p>
          <a:r>
            <a:rPr lang="en-US"/>
            <a:t>• MySQL database stores and retrieves data.</a:t>
          </a:r>
        </a:p>
      </dgm:t>
    </dgm:pt>
    <dgm:pt modelId="{C1D06014-1DF6-4819-8FDA-6276FC3A57D7}" type="parTrans" cxnId="{27656FBC-8B92-4324-AD7F-3CD29EAF87E5}">
      <dgm:prSet/>
      <dgm:spPr/>
      <dgm:t>
        <a:bodyPr/>
        <a:lstStyle/>
        <a:p>
          <a:endParaRPr lang="en-US"/>
        </a:p>
      </dgm:t>
    </dgm:pt>
    <dgm:pt modelId="{543D9EE1-9E96-46ED-80D9-7681413116C2}" type="sibTrans" cxnId="{27656FBC-8B92-4324-AD7F-3CD29EAF87E5}">
      <dgm:prSet/>
      <dgm:spPr/>
      <dgm:t>
        <a:bodyPr/>
        <a:lstStyle/>
        <a:p>
          <a:endParaRPr lang="en-US"/>
        </a:p>
      </dgm:t>
    </dgm:pt>
    <dgm:pt modelId="{2C761B93-9B04-4896-8920-078E60F91A5A}">
      <dgm:prSet/>
      <dgm:spPr/>
      <dgm:t>
        <a:bodyPr/>
        <a:lstStyle/>
        <a:p>
          <a:r>
            <a:rPr lang="en-US"/>
            <a:t>• Analytics calculated from live booking data.</a:t>
          </a:r>
        </a:p>
      </dgm:t>
    </dgm:pt>
    <dgm:pt modelId="{45F4FA86-43E3-4308-BB55-EC60D52EE291}" type="parTrans" cxnId="{D225F7AE-723A-4E9A-98F6-54630D5B6D28}">
      <dgm:prSet/>
      <dgm:spPr/>
      <dgm:t>
        <a:bodyPr/>
        <a:lstStyle/>
        <a:p>
          <a:endParaRPr lang="en-US"/>
        </a:p>
      </dgm:t>
    </dgm:pt>
    <dgm:pt modelId="{ED83FFFD-A590-4BC3-820D-6BDD34AE451F}" type="sibTrans" cxnId="{D225F7AE-723A-4E9A-98F6-54630D5B6D28}">
      <dgm:prSet/>
      <dgm:spPr/>
      <dgm:t>
        <a:bodyPr/>
        <a:lstStyle/>
        <a:p>
          <a:endParaRPr lang="en-US"/>
        </a:p>
      </dgm:t>
    </dgm:pt>
    <dgm:pt modelId="{D9500677-3A51-4E08-A506-368BEBC8E8F4}" type="pres">
      <dgm:prSet presAssocID="{9224D855-9D07-44B6-8FE8-C40C49A64B44}" presName="matrix" presStyleCnt="0">
        <dgm:presLayoutVars>
          <dgm:chMax val="1"/>
          <dgm:dir/>
          <dgm:resizeHandles val="exact"/>
        </dgm:presLayoutVars>
      </dgm:prSet>
      <dgm:spPr/>
    </dgm:pt>
    <dgm:pt modelId="{E350E0B2-68CB-48F0-B9AD-33A1F83FDF8D}" type="pres">
      <dgm:prSet presAssocID="{9224D855-9D07-44B6-8FE8-C40C49A64B44}" presName="diamond" presStyleLbl="bgShp" presStyleIdx="0" presStyleCnt="1"/>
      <dgm:spPr/>
    </dgm:pt>
    <dgm:pt modelId="{CC369C80-50B2-474F-A302-4609998DD6E1}" type="pres">
      <dgm:prSet presAssocID="{9224D855-9D07-44B6-8FE8-C40C49A64B4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A078240-E953-4975-995A-1B44CD635D33}" type="pres">
      <dgm:prSet presAssocID="{9224D855-9D07-44B6-8FE8-C40C49A64B4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CFF9DE-29DE-45A2-8558-7082F718313B}" type="pres">
      <dgm:prSet presAssocID="{9224D855-9D07-44B6-8FE8-C40C49A64B4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E488A4-8929-4C42-9B2E-56FB8D1A1CB2}" type="pres">
      <dgm:prSet presAssocID="{9224D855-9D07-44B6-8FE8-C40C49A64B4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405540C-ED71-4A86-98D0-45DB7B26903E}" type="presOf" srcId="{2C761B93-9B04-4896-8920-078E60F91A5A}" destId="{9BE488A4-8929-4C42-9B2E-56FB8D1A1CB2}" srcOrd="0" destOrd="0" presId="urn:microsoft.com/office/officeart/2005/8/layout/matrix3"/>
    <dgm:cxn modelId="{6A2D9269-9FB0-4889-9D92-BF73432C4DB7}" srcId="{9224D855-9D07-44B6-8FE8-C40C49A64B44}" destId="{1DFA9036-4DB9-4DC6-A573-6511F4736718}" srcOrd="0" destOrd="0" parTransId="{1DCADA90-3872-4485-9BF9-8A8A324C4F3C}" sibTransId="{FCE531E6-3D27-4A4F-85AE-5209B4CF0887}"/>
    <dgm:cxn modelId="{5227BB6D-F313-4D62-BA33-658076A006E9}" type="presOf" srcId="{6384D845-78BF-4EDE-8CCF-EE9D9124B321}" destId="{4A078240-E953-4975-995A-1B44CD635D33}" srcOrd="0" destOrd="0" presId="urn:microsoft.com/office/officeart/2005/8/layout/matrix3"/>
    <dgm:cxn modelId="{80B69683-5B54-4EBE-ADCD-5FFBD01E7A43}" type="presOf" srcId="{BD1AE8EF-451A-483A-B11B-06DD99C8DB65}" destId="{CECFF9DE-29DE-45A2-8558-7082F718313B}" srcOrd="0" destOrd="0" presId="urn:microsoft.com/office/officeart/2005/8/layout/matrix3"/>
    <dgm:cxn modelId="{887FA7A3-89F0-49A3-8A2F-4A798762A5DD}" type="presOf" srcId="{9224D855-9D07-44B6-8FE8-C40C49A64B44}" destId="{D9500677-3A51-4E08-A506-368BEBC8E8F4}" srcOrd="0" destOrd="0" presId="urn:microsoft.com/office/officeart/2005/8/layout/matrix3"/>
    <dgm:cxn modelId="{C4FFBDA3-78E5-4DF8-83CE-167AA94F9432}" type="presOf" srcId="{1DFA9036-4DB9-4DC6-A573-6511F4736718}" destId="{CC369C80-50B2-474F-A302-4609998DD6E1}" srcOrd="0" destOrd="0" presId="urn:microsoft.com/office/officeart/2005/8/layout/matrix3"/>
    <dgm:cxn modelId="{D225F7AE-723A-4E9A-98F6-54630D5B6D28}" srcId="{9224D855-9D07-44B6-8FE8-C40C49A64B44}" destId="{2C761B93-9B04-4896-8920-078E60F91A5A}" srcOrd="3" destOrd="0" parTransId="{45F4FA86-43E3-4308-BB55-EC60D52EE291}" sibTransId="{ED83FFFD-A590-4BC3-820D-6BDD34AE451F}"/>
    <dgm:cxn modelId="{27656FBC-8B92-4324-AD7F-3CD29EAF87E5}" srcId="{9224D855-9D07-44B6-8FE8-C40C49A64B44}" destId="{BD1AE8EF-451A-483A-B11B-06DD99C8DB65}" srcOrd="2" destOrd="0" parTransId="{C1D06014-1DF6-4819-8FDA-6276FC3A57D7}" sibTransId="{543D9EE1-9E96-46ED-80D9-7681413116C2}"/>
    <dgm:cxn modelId="{967952CF-E30C-45EB-8280-5A28C34D021F}" srcId="{9224D855-9D07-44B6-8FE8-C40C49A64B44}" destId="{6384D845-78BF-4EDE-8CCF-EE9D9124B321}" srcOrd="1" destOrd="0" parTransId="{D38F732E-467D-4AEC-B7CB-02FAC8460182}" sibTransId="{E34129AA-57FF-4435-9621-9D1AEA018201}"/>
    <dgm:cxn modelId="{D96AF53D-CE94-4E5A-B6FB-0EE68B321039}" type="presParOf" srcId="{D9500677-3A51-4E08-A506-368BEBC8E8F4}" destId="{E350E0B2-68CB-48F0-B9AD-33A1F83FDF8D}" srcOrd="0" destOrd="0" presId="urn:microsoft.com/office/officeart/2005/8/layout/matrix3"/>
    <dgm:cxn modelId="{B79EEAF7-80D5-4946-93AE-667A40E59934}" type="presParOf" srcId="{D9500677-3A51-4E08-A506-368BEBC8E8F4}" destId="{CC369C80-50B2-474F-A302-4609998DD6E1}" srcOrd="1" destOrd="0" presId="urn:microsoft.com/office/officeart/2005/8/layout/matrix3"/>
    <dgm:cxn modelId="{39CF4108-4DB9-49F4-8260-380064DDB89C}" type="presParOf" srcId="{D9500677-3A51-4E08-A506-368BEBC8E8F4}" destId="{4A078240-E953-4975-995A-1B44CD635D33}" srcOrd="2" destOrd="0" presId="urn:microsoft.com/office/officeart/2005/8/layout/matrix3"/>
    <dgm:cxn modelId="{376DECAF-E9B9-4550-95A3-1C4091C6F5A2}" type="presParOf" srcId="{D9500677-3A51-4E08-A506-368BEBC8E8F4}" destId="{CECFF9DE-29DE-45A2-8558-7082F718313B}" srcOrd="3" destOrd="0" presId="urn:microsoft.com/office/officeart/2005/8/layout/matrix3"/>
    <dgm:cxn modelId="{19723675-4DDA-4583-8D63-FE07E2F94B06}" type="presParOf" srcId="{D9500677-3A51-4E08-A506-368BEBC8E8F4}" destId="{9BE488A4-8929-4C42-9B2E-56FB8D1A1C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5BE8DD-6AC9-4D30-86EE-CF2F3C44842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631906-5A91-496F-9405-C57613E404EE}">
      <dgm:prSet/>
      <dgm:spPr/>
      <dgm:t>
        <a:bodyPr/>
        <a:lstStyle/>
        <a:p>
          <a:r>
            <a:rPr lang="en-US"/>
            <a:t>Tables:</a:t>
          </a:r>
        </a:p>
      </dgm:t>
    </dgm:pt>
    <dgm:pt modelId="{D57DFA3D-FB32-482C-BBA0-F94AF0FED4D4}" type="parTrans" cxnId="{01C2AE35-2AAA-43EA-9ACE-212A2231C9EB}">
      <dgm:prSet/>
      <dgm:spPr/>
      <dgm:t>
        <a:bodyPr/>
        <a:lstStyle/>
        <a:p>
          <a:endParaRPr lang="en-US"/>
        </a:p>
      </dgm:t>
    </dgm:pt>
    <dgm:pt modelId="{5A4F53AE-46BE-43FF-8AB2-3F82744D499C}" type="sibTrans" cxnId="{01C2AE35-2AAA-43EA-9ACE-212A2231C9EB}">
      <dgm:prSet/>
      <dgm:spPr/>
      <dgm:t>
        <a:bodyPr/>
        <a:lstStyle/>
        <a:p>
          <a:endParaRPr lang="en-US"/>
        </a:p>
      </dgm:t>
    </dgm:pt>
    <dgm:pt modelId="{69B1518D-AFDA-4347-8EAC-CF25B91C62DC}">
      <dgm:prSet/>
      <dgm:spPr/>
      <dgm:t>
        <a:bodyPr/>
        <a:lstStyle/>
        <a:p>
          <a:r>
            <a:rPr lang="en-US"/>
            <a:t>• rides (id, name, description, duration, capacity, price)</a:t>
          </a:r>
        </a:p>
      </dgm:t>
    </dgm:pt>
    <dgm:pt modelId="{8143D0DB-D959-4907-8551-110ABD28CFF5}" type="parTrans" cxnId="{79A6089D-4D42-4AD4-9A33-8F224E5A106C}">
      <dgm:prSet/>
      <dgm:spPr/>
      <dgm:t>
        <a:bodyPr/>
        <a:lstStyle/>
        <a:p>
          <a:endParaRPr lang="en-US"/>
        </a:p>
      </dgm:t>
    </dgm:pt>
    <dgm:pt modelId="{E9EC0B2E-BB1F-4D8C-8326-D89855F09FCE}" type="sibTrans" cxnId="{79A6089D-4D42-4AD4-9A33-8F224E5A106C}">
      <dgm:prSet/>
      <dgm:spPr/>
      <dgm:t>
        <a:bodyPr/>
        <a:lstStyle/>
        <a:p>
          <a:endParaRPr lang="en-US"/>
        </a:p>
      </dgm:t>
    </dgm:pt>
    <dgm:pt modelId="{41ED3814-E6F9-4495-9C42-1D16059C2BE0}">
      <dgm:prSet/>
      <dgm:spPr/>
      <dgm:t>
        <a:bodyPr/>
        <a:lstStyle/>
        <a:p>
          <a:r>
            <a:rPr lang="en-US"/>
            <a:t>• customers (id, name, email, phone)</a:t>
          </a:r>
        </a:p>
      </dgm:t>
    </dgm:pt>
    <dgm:pt modelId="{B92D2001-0B71-4356-ACB7-B7D1502D2175}" type="parTrans" cxnId="{D8EE4C98-6A94-41E7-833A-C38F5BEED83B}">
      <dgm:prSet/>
      <dgm:spPr/>
      <dgm:t>
        <a:bodyPr/>
        <a:lstStyle/>
        <a:p>
          <a:endParaRPr lang="en-US"/>
        </a:p>
      </dgm:t>
    </dgm:pt>
    <dgm:pt modelId="{2E655BBF-5A7C-4658-AA04-DEB476599D37}" type="sibTrans" cxnId="{D8EE4C98-6A94-41E7-833A-C38F5BEED83B}">
      <dgm:prSet/>
      <dgm:spPr/>
      <dgm:t>
        <a:bodyPr/>
        <a:lstStyle/>
        <a:p>
          <a:endParaRPr lang="en-US"/>
        </a:p>
      </dgm:t>
    </dgm:pt>
    <dgm:pt modelId="{5CFFAC62-494E-4ADC-BE58-729F2ED55AA1}">
      <dgm:prSet/>
      <dgm:spPr/>
      <dgm:t>
        <a:bodyPr/>
        <a:lstStyle/>
        <a:p>
          <a:r>
            <a:rPr lang="en-US"/>
            <a:t>• bookings (id, customer_id, ride_id, ticket_type, date)</a:t>
          </a:r>
        </a:p>
      </dgm:t>
    </dgm:pt>
    <dgm:pt modelId="{FC426DB7-1F0F-41AE-A17A-EAE3892BA06A}" type="parTrans" cxnId="{B9FFDA6F-95A7-487A-B11E-59BB39A52D22}">
      <dgm:prSet/>
      <dgm:spPr/>
      <dgm:t>
        <a:bodyPr/>
        <a:lstStyle/>
        <a:p>
          <a:endParaRPr lang="en-US"/>
        </a:p>
      </dgm:t>
    </dgm:pt>
    <dgm:pt modelId="{F6C69379-69B5-46B8-9992-86DD2B7DE413}" type="sibTrans" cxnId="{B9FFDA6F-95A7-487A-B11E-59BB39A52D22}">
      <dgm:prSet/>
      <dgm:spPr/>
      <dgm:t>
        <a:bodyPr/>
        <a:lstStyle/>
        <a:p>
          <a:endParaRPr lang="en-US"/>
        </a:p>
      </dgm:t>
    </dgm:pt>
    <dgm:pt modelId="{05995927-EBE2-4791-80C2-ED4B071FED0B}">
      <dgm:prSet/>
      <dgm:spPr/>
      <dgm:t>
        <a:bodyPr/>
        <a:lstStyle/>
        <a:p>
          <a:r>
            <a:rPr lang="en-US"/>
            <a:t>• ticket_types (id, type, price)</a:t>
          </a:r>
        </a:p>
      </dgm:t>
    </dgm:pt>
    <dgm:pt modelId="{5062E38E-876A-4BB6-9CB2-07EAD07A949D}" type="parTrans" cxnId="{CA6A3BAD-09C3-4594-9BC5-BB2923CB6B4F}">
      <dgm:prSet/>
      <dgm:spPr/>
      <dgm:t>
        <a:bodyPr/>
        <a:lstStyle/>
        <a:p>
          <a:endParaRPr lang="en-US"/>
        </a:p>
      </dgm:t>
    </dgm:pt>
    <dgm:pt modelId="{5C9BB610-583D-4AD2-8F72-40156BC53837}" type="sibTrans" cxnId="{CA6A3BAD-09C3-4594-9BC5-BB2923CB6B4F}">
      <dgm:prSet/>
      <dgm:spPr/>
      <dgm:t>
        <a:bodyPr/>
        <a:lstStyle/>
        <a:p>
          <a:endParaRPr lang="en-US"/>
        </a:p>
      </dgm:t>
    </dgm:pt>
    <dgm:pt modelId="{27CD4A61-FC47-4F0F-9DE6-E04EB5481C48}">
      <dgm:prSet/>
      <dgm:spPr/>
      <dgm:t>
        <a:bodyPr/>
        <a:lstStyle/>
        <a:p>
          <a:r>
            <a:rPr lang="en-US"/>
            <a:t>Relationships:</a:t>
          </a:r>
        </a:p>
      </dgm:t>
    </dgm:pt>
    <dgm:pt modelId="{364EF37D-53FE-482A-85A2-7D7707298DE4}" type="parTrans" cxnId="{D4C89684-2B99-49CF-A400-7FD901BD2B17}">
      <dgm:prSet/>
      <dgm:spPr/>
      <dgm:t>
        <a:bodyPr/>
        <a:lstStyle/>
        <a:p>
          <a:endParaRPr lang="en-US"/>
        </a:p>
      </dgm:t>
    </dgm:pt>
    <dgm:pt modelId="{95EB3B4C-702A-4F11-B039-CABBAE129DA3}" type="sibTrans" cxnId="{D4C89684-2B99-49CF-A400-7FD901BD2B17}">
      <dgm:prSet/>
      <dgm:spPr/>
      <dgm:t>
        <a:bodyPr/>
        <a:lstStyle/>
        <a:p>
          <a:endParaRPr lang="en-US"/>
        </a:p>
      </dgm:t>
    </dgm:pt>
    <dgm:pt modelId="{53FC1EB5-97B3-4AE6-B529-5F828CEEF07C}">
      <dgm:prSet/>
      <dgm:spPr/>
      <dgm:t>
        <a:bodyPr/>
        <a:lstStyle/>
        <a:p>
          <a:r>
            <a:rPr lang="en-US"/>
            <a:t>• bookings links customers to rides.</a:t>
          </a:r>
        </a:p>
      </dgm:t>
    </dgm:pt>
    <dgm:pt modelId="{A2440B03-4737-49BC-BA32-71372BC03C5B}" type="parTrans" cxnId="{8F54FC90-DF3C-40A2-803D-0E01A023C86A}">
      <dgm:prSet/>
      <dgm:spPr/>
      <dgm:t>
        <a:bodyPr/>
        <a:lstStyle/>
        <a:p>
          <a:endParaRPr lang="en-US"/>
        </a:p>
      </dgm:t>
    </dgm:pt>
    <dgm:pt modelId="{656D66A5-8B8D-441B-9BFF-DA165300A7C6}" type="sibTrans" cxnId="{8F54FC90-DF3C-40A2-803D-0E01A023C86A}">
      <dgm:prSet/>
      <dgm:spPr/>
      <dgm:t>
        <a:bodyPr/>
        <a:lstStyle/>
        <a:p>
          <a:endParaRPr lang="en-US"/>
        </a:p>
      </dgm:t>
    </dgm:pt>
    <dgm:pt modelId="{2FD98683-ACD7-49B4-9047-1F10919CF0B9}" type="pres">
      <dgm:prSet presAssocID="{B15BE8DD-6AC9-4D30-86EE-CF2F3C448426}" presName="Name0" presStyleCnt="0">
        <dgm:presLayoutVars>
          <dgm:dir/>
          <dgm:resizeHandles val="exact"/>
        </dgm:presLayoutVars>
      </dgm:prSet>
      <dgm:spPr/>
    </dgm:pt>
    <dgm:pt modelId="{5422FD00-A4FA-4438-8B16-D692AF80C53C}" type="pres">
      <dgm:prSet presAssocID="{E0631906-5A91-496F-9405-C57613E404EE}" presName="node" presStyleLbl="node1" presStyleIdx="0" presStyleCnt="7">
        <dgm:presLayoutVars>
          <dgm:bulletEnabled val="1"/>
        </dgm:presLayoutVars>
      </dgm:prSet>
      <dgm:spPr/>
    </dgm:pt>
    <dgm:pt modelId="{073FAAC0-E185-42AC-851B-EBB523F22048}" type="pres">
      <dgm:prSet presAssocID="{5A4F53AE-46BE-43FF-8AB2-3F82744D499C}" presName="sibTrans" presStyleLbl="sibTrans1D1" presStyleIdx="0" presStyleCnt="6"/>
      <dgm:spPr/>
    </dgm:pt>
    <dgm:pt modelId="{AE7BB072-6E45-4D4C-9211-FE4D380BC9F7}" type="pres">
      <dgm:prSet presAssocID="{5A4F53AE-46BE-43FF-8AB2-3F82744D499C}" presName="connectorText" presStyleLbl="sibTrans1D1" presStyleIdx="0" presStyleCnt="6"/>
      <dgm:spPr/>
    </dgm:pt>
    <dgm:pt modelId="{644FE4BB-6C8D-4AB5-B297-957B199A40B3}" type="pres">
      <dgm:prSet presAssocID="{69B1518D-AFDA-4347-8EAC-CF25B91C62DC}" presName="node" presStyleLbl="node1" presStyleIdx="1" presStyleCnt="7">
        <dgm:presLayoutVars>
          <dgm:bulletEnabled val="1"/>
        </dgm:presLayoutVars>
      </dgm:prSet>
      <dgm:spPr/>
    </dgm:pt>
    <dgm:pt modelId="{ACD41657-B65B-4B96-A0AA-3DF1493B0295}" type="pres">
      <dgm:prSet presAssocID="{E9EC0B2E-BB1F-4D8C-8326-D89855F09FCE}" presName="sibTrans" presStyleLbl="sibTrans1D1" presStyleIdx="1" presStyleCnt="6"/>
      <dgm:spPr/>
    </dgm:pt>
    <dgm:pt modelId="{DBDE9A3B-0139-40C7-BD7A-B350418C7203}" type="pres">
      <dgm:prSet presAssocID="{E9EC0B2E-BB1F-4D8C-8326-D89855F09FCE}" presName="connectorText" presStyleLbl="sibTrans1D1" presStyleIdx="1" presStyleCnt="6"/>
      <dgm:spPr/>
    </dgm:pt>
    <dgm:pt modelId="{E3E603A1-BD31-4C89-96C8-B066EBD74214}" type="pres">
      <dgm:prSet presAssocID="{41ED3814-E6F9-4495-9C42-1D16059C2BE0}" presName="node" presStyleLbl="node1" presStyleIdx="2" presStyleCnt="7">
        <dgm:presLayoutVars>
          <dgm:bulletEnabled val="1"/>
        </dgm:presLayoutVars>
      </dgm:prSet>
      <dgm:spPr/>
    </dgm:pt>
    <dgm:pt modelId="{3F6ACEFF-F437-41B7-A9B9-E195077AFF37}" type="pres">
      <dgm:prSet presAssocID="{2E655BBF-5A7C-4658-AA04-DEB476599D37}" presName="sibTrans" presStyleLbl="sibTrans1D1" presStyleIdx="2" presStyleCnt="6"/>
      <dgm:spPr/>
    </dgm:pt>
    <dgm:pt modelId="{68A30CCF-11B9-4D3A-A1BD-B94128F43ACF}" type="pres">
      <dgm:prSet presAssocID="{2E655BBF-5A7C-4658-AA04-DEB476599D37}" presName="connectorText" presStyleLbl="sibTrans1D1" presStyleIdx="2" presStyleCnt="6"/>
      <dgm:spPr/>
    </dgm:pt>
    <dgm:pt modelId="{1DFE1BE9-1380-42B0-B567-465631C05B15}" type="pres">
      <dgm:prSet presAssocID="{5CFFAC62-494E-4ADC-BE58-729F2ED55AA1}" presName="node" presStyleLbl="node1" presStyleIdx="3" presStyleCnt="7">
        <dgm:presLayoutVars>
          <dgm:bulletEnabled val="1"/>
        </dgm:presLayoutVars>
      </dgm:prSet>
      <dgm:spPr/>
    </dgm:pt>
    <dgm:pt modelId="{EBABEEFA-3CEA-4A4A-94F1-3C92D3DD4B89}" type="pres">
      <dgm:prSet presAssocID="{F6C69379-69B5-46B8-9992-86DD2B7DE413}" presName="sibTrans" presStyleLbl="sibTrans1D1" presStyleIdx="3" presStyleCnt="6"/>
      <dgm:spPr/>
    </dgm:pt>
    <dgm:pt modelId="{17FDB173-67E2-44C3-8BE1-3D05D0101411}" type="pres">
      <dgm:prSet presAssocID="{F6C69379-69B5-46B8-9992-86DD2B7DE413}" presName="connectorText" presStyleLbl="sibTrans1D1" presStyleIdx="3" presStyleCnt="6"/>
      <dgm:spPr/>
    </dgm:pt>
    <dgm:pt modelId="{03A83D28-DF9E-4133-820A-14DFAFC3DED5}" type="pres">
      <dgm:prSet presAssocID="{05995927-EBE2-4791-80C2-ED4B071FED0B}" presName="node" presStyleLbl="node1" presStyleIdx="4" presStyleCnt="7">
        <dgm:presLayoutVars>
          <dgm:bulletEnabled val="1"/>
        </dgm:presLayoutVars>
      </dgm:prSet>
      <dgm:spPr/>
    </dgm:pt>
    <dgm:pt modelId="{EC61308C-A536-4EDD-85C2-7A4D0CA11D5F}" type="pres">
      <dgm:prSet presAssocID="{5C9BB610-583D-4AD2-8F72-40156BC53837}" presName="sibTrans" presStyleLbl="sibTrans1D1" presStyleIdx="4" presStyleCnt="6"/>
      <dgm:spPr/>
    </dgm:pt>
    <dgm:pt modelId="{5FCA5D06-0024-4C35-ADF0-332283245BEE}" type="pres">
      <dgm:prSet presAssocID="{5C9BB610-583D-4AD2-8F72-40156BC53837}" presName="connectorText" presStyleLbl="sibTrans1D1" presStyleIdx="4" presStyleCnt="6"/>
      <dgm:spPr/>
    </dgm:pt>
    <dgm:pt modelId="{4513045B-F907-4E99-BA79-A5A673CADF02}" type="pres">
      <dgm:prSet presAssocID="{27CD4A61-FC47-4F0F-9DE6-E04EB5481C48}" presName="node" presStyleLbl="node1" presStyleIdx="5" presStyleCnt="7">
        <dgm:presLayoutVars>
          <dgm:bulletEnabled val="1"/>
        </dgm:presLayoutVars>
      </dgm:prSet>
      <dgm:spPr/>
    </dgm:pt>
    <dgm:pt modelId="{03220FCE-5F17-47C5-8ED6-77E1B5A3ACCB}" type="pres">
      <dgm:prSet presAssocID="{95EB3B4C-702A-4F11-B039-CABBAE129DA3}" presName="sibTrans" presStyleLbl="sibTrans1D1" presStyleIdx="5" presStyleCnt="6"/>
      <dgm:spPr/>
    </dgm:pt>
    <dgm:pt modelId="{899E792B-4F58-4205-826F-786ECF83DA37}" type="pres">
      <dgm:prSet presAssocID="{95EB3B4C-702A-4F11-B039-CABBAE129DA3}" presName="connectorText" presStyleLbl="sibTrans1D1" presStyleIdx="5" presStyleCnt="6"/>
      <dgm:spPr/>
    </dgm:pt>
    <dgm:pt modelId="{E9FA14B5-5AEB-4C80-9EC7-D691AB98D5BB}" type="pres">
      <dgm:prSet presAssocID="{53FC1EB5-97B3-4AE6-B529-5F828CEEF07C}" presName="node" presStyleLbl="node1" presStyleIdx="6" presStyleCnt="7">
        <dgm:presLayoutVars>
          <dgm:bulletEnabled val="1"/>
        </dgm:presLayoutVars>
      </dgm:prSet>
      <dgm:spPr/>
    </dgm:pt>
  </dgm:ptLst>
  <dgm:cxnLst>
    <dgm:cxn modelId="{8BD5B612-5560-4376-AF69-01BFEA466699}" type="presOf" srcId="{05995927-EBE2-4791-80C2-ED4B071FED0B}" destId="{03A83D28-DF9E-4133-820A-14DFAFC3DED5}" srcOrd="0" destOrd="0" presId="urn:microsoft.com/office/officeart/2016/7/layout/RepeatingBendingProcessNew"/>
    <dgm:cxn modelId="{9391F123-E1D4-4228-9C4D-5CB67DED367C}" type="presOf" srcId="{E0631906-5A91-496F-9405-C57613E404EE}" destId="{5422FD00-A4FA-4438-8B16-D692AF80C53C}" srcOrd="0" destOrd="0" presId="urn:microsoft.com/office/officeart/2016/7/layout/RepeatingBendingProcessNew"/>
    <dgm:cxn modelId="{46970925-3F44-4DD4-8519-7DA5DE162928}" type="presOf" srcId="{5CFFAC62-494E-4ADC-BE58-729F2ED55AA1}" destId="{1DFE1BE9-1380-42B0-B567-465631C05B15}" srcOrd="0" destOrd="0" presId="urn:microsoft.com/office/officeart/2016/7/layout/RepeatingBendingProcessNew"/>
    <dgm:cxn modelId="{73CA1828-5A1B-4840-B7D6-2DB322FD0B62}" type="presOf" srcId="{41ED3814-E6F9-4495-9C42-1D16059C2BE0}" destId="{E3E603A1-BD31-4C89-96C8-B066EBD74214}" srcOrd="0" destOrd="0" presId="urn:microsoft.com/office/officeart/2016/7/layout/RepeatingBendingProcessNew"/>
    <dgm:cxn modelId="{F6539035-DDF8-4339-B884-94D6722FD8C8}" type="presOf" srcId="{5A4F53AE-46BE-43FF-8AB2-3F82744D499C}" destId="{073FAAC0-E185-42AC-851B-EBB523F22048}" srcOrd="0" destOrd="0" presId="urn:microsoft.com/office/officeart/2016/7/layout/RepeatingBendingProcessNew"/>
    <dgm:cxn modelId="{01C2AE35-2AAA-43EA-9ACE-212A2231C9EB}" srcId="{B15BE8DD-6AC9-4D30-86EE-CF2F3C448426}" destId="{E0631906-5A91-496F-9405-C57613E404EE}" srcOrd="0" destOrd="0" parTransId="{D57DFA3D-FB32-482C-BBA0-F94AF0FED4D4}" sibTransId="{5A4F53AE-46BE-43FF-8AB2-3F82744D499C}"/>
    <dgm:cxn modelId="{95791B5B-D7F0-4E5F-A121-AD14FEE608AF}" type="presOf" srcId="{B15BE8DD-6AC9-4D30-86EE-CF2F3C448426}" destId="{2FD98683-ACD7-49B4-9047-1F10919CF0B9}" srcOrd="0" destOrd="0" presId="urn:microsoft.com/office/officeart/2016/7/layout/RepeatingBendingProcessNew"/>
    <dgm:cxn modelId="{A565D45B-88A4-42A3-8186-797D97A8D3DB}" type="presOf" srcId="{F6C69379-69B5-46B8-9992-86DD2B7DE413}" destId="{EBABEEFA-3CEA-4A4A-94F1-3C92D3DD4B89}" srcOrd="0" destOrd="0" presId="urn:microsoft.com/office/officeart/2016/7/layout/RepeatingBendingProcessNew"/>
    <dgm:cxn modelId="{94E46660-0065-4EE2-AB99-110DF04C4979}" type="presOf" srcId="{2E655BBF-5A7C-4658-AA04-DEB476599D37}" destId="{3F6ACEFF-F437-41B7-A9B9-E195077AFF37}" srcOrd="0" destOrd="0" presId="urn:microsoft.com/office/officeart/2016/7/layout/RepeatingBendingProcessNew"/>
    <dgm:cxn modelId="{19548A6C-F4BE-4948-898C-BB2ED92E13C0}" type="presOf" srcId="{5C9BB610-583D-4AD2-8F72-40156BC53837}" destId="{5FCA5D06-0024-4C35-ADF0-332283245BEE}" srcOrd="1" destOrd="0" presId="urn:microsoft.com/office/officeart/2016/7/layout/RepeatingBendingProcessNew"/>
    <dgm:cxn modelId="{D471054D-AA09-460D-89FA-7F618AD3272D}" type="presOf" srcId="{69B1518D-AFDA-4347-8EAC-CF25B91C62DC}" destId="{644FE4BB-6C8D-4AB5-B297-957B199A40B3}" srcOrd="0" destOrd="0" presId="urn:microsoft.com/office/officeart/2016/7/layout/RepeatingBendingProcessNew"/>
    <dgm:cxn modelId="{B9FFDA6F-95A7-487A-B11E-59BB39A52D22}" srcId="{B15BE8DD-6AC9-4D30-86EE-CF2F3C448426}" destId="{5CFFAC62-494E-4ADC-BE58-729F2ED55AA1}" srcOrd="3" destOrd="0" parTransId="{FC426DB7-1F0F-41AE-A17A-EAE3892BA06A}" sibTransId="{F6C69379-69B5-46B8-9992-86DD2B7DE413}"/>
    <dgm:cxn modelId="{D4C89684-2B99-49CF-A400-7FD901BD2B17}" srcId="{B15BE8DD-6AC9-4D30-86EE-CF2F3C448426}" destId="{27CD4A61-FC47-4F0F-9DE6-E04EB5481C48}" srcOrd="5" destOrd="0" parTransId="{364EF37D-53FE-482A-85A2-7D7707298DE4}" sibTransId="{95EB3B4C-702A-4F11-B039-CABBAE129DA3}"/>
    <dgm:cxn modelId="{856A0790-EF41-4680-BBB2-2D34A1DFE13D}" type="presOf" srcId="{E9EC0B2E-BB1F-4D8C-8326-D89855F09FCE}" destId="{ACD41657-B65B-4B96-A0AA-3DF1493B0295}" srcOrd="0" destOrd="0" presId="urn:microsoft.com/office/officeart/2016/7/layout/RepeatingBendingProcessNew"/>
    <dgm:cxn modelId="{8F54FC90-DF3C-40A2-803D-0E01A023C86A}" srcId="{B15BE8DD-6AC9-4D30-86EE-CF2F3C448426}" destId="{53FC1EB5-97B3-4AE6-B529-5F828CEEF07C}" srcOrd="6" destOrd="0" parTransId="{A2440B03-4737-49BC-BA32-71372BC03C5B}" sibTransId="{656D66A5-8B8D-441B-9BFF-DA165300A7C6}"/>
    <dgm:cxn modelId="{6617CE91-8A46-4F12-A9FC-0631839F4B82}" type="presOf" srcId="{95EB3B4C-702A-4F11-B039-CABBAE129DA3}" destId="{03220FCE-5F17-47C5-8ED6-77E1B5A3ACCB}" srcOrd="0" destOrd="0" presId="urn:microsoft.com/office/officeart/2016/7/layout/RepeatingBendingProcessNew"/>
    <dgm:cxn modelId="{75FC3F92-39A7-4A5E-AD1D-F4484B3FC90B}" type="presOf" srcId="{5C9BB610-583D-4AD2-8F72-40156BC53837}" destId="{EC61308C-A536-4EDD-85C2-7A4D0CA11D5F}" srcOrd="0" destOrd="0" presId="urn:microsoft.com/office/officeart/2016/7/layout/RepeatingBendingProcessNew"/>
    <dgm:cxn modelId="{D8EE4C98-6A94-41E7-833A-C38F5BEED83B}" srcId="{B15BE8DD-6AC9-4D30-86EE-CF2F3C448426}" destId="{41ED3814-E6F9-4495-9C42-1D16059C2BE0}" srcOrd="2" destOrd="0" parTransId="{B92D2001-0B71-4356-ACB7-B7D1502D2175}" sibTransId="{2E655BBF-5A7C-4658-AA04-DEB476599D37}"/>
    <dgm:cxn modelId="{263AC49C-03B2-4E76-871C-82B9833E2CC4}" type="presOf" srcId="{E9EC0B2E-BB1F-4D8C-8326-D89855F09FCE}" destId="{DBDE9A3B-0139-40C7-BD7A-B350418C7203}" srcOrd="1" destOrd="0" presId="urn:microsoft.com/office/officeart/2016/7/layout/RepeatingBendingProcessNew"/>
    <dgm:cxn modelId="{79A6089D-4D42-4AD4-9A33-8F224E5A106C}" srcId="{B15BE8DD-6AC9-4D30-86EE-CF2F3C448426}" destId="{69B1518D-AFDA-4347-8EAC-CF25B91C62DC}" srcOrd="1" destOrd="0" parTransId="{8143D0DB-D959-4907-8551-110ABD28CFF5}" sibTransId="{E9EC0B2E-BB1F-4D8C-8326-D89855F09FCE}"/>
    <dgm:cxn modelId="{140068A1-9576-40FE-ADCD-0886994881AF}" type="presOf" srcId="{F6C69379-69B5-46B8-9992-86DD2B7DE413}" destId="{17FDB173-67E2-44C3-8BE1-3D05D0101411}" srcOrd="1" destOrd="0" presId="urn:microsoft.com/office/officeart/2016/7/layout/RepeatingBendingProcessNew"/>
    <dgm:cxn modelId="{CA6A3BAD-09C3-4594-9BC5-BB2923CB6B4F}" srcId="{B15BE8DD-6AC9-4D30-86EE-CF2F3C448426}" destId="{05995927-EBE2-4791-80C2-ED4B071FED0B}" srcOrd="4" destOrd="0" parTransId="{5062E38E-876A-4BB6-9CB2-07EAD07A949D}" sibTransId="{5C9BB610-583D-4AD2-8F72-40156BC53837}"/>
    <dgm:cxn modelId="{5FD57EB4-46CC-4C37-B7C2-F48C6E9D1857}" type="presOf" srcId="{95EB3B4C-702A-4F11-B039-CABBAE129DA3}" destId="{899E792B-4F58-4205-826F-786ECF83DA37}" srcOrd="1" destOrd="0" presId="urn:microsoft.com/office/officeart/2016/7/layout/RepeatingBendingProcessNew"/>
    <dgm:cxn modelId="{78022FC8-1409-4840-BC47-BD2F438CDDDF}" type="presOf" srcId="{53FC1EB5-97B3-4AE6-B529-5F828CEEF07C}" destId="{E9FA14B5-5AEB-4C80-9EC7-D691AB98D5BB}" srcOrd="0" destOrd="0" presId="urn:microsoft.com/office/officeart/2016/7/layout/RepeatingBendingProcessNew"/>
    <dgm:cxn modelId="{16EC2CCC-5236-412C-B9F6-79CC3A3AD3A4}" type="presOf" srcId="{2E655BBF-5A7C-4658-AA04-DEB476599D37}" destId="{68A30CCF-11B9-4D3A-A1BD-B94128F43ACF}" srcOrd="1" destOrd="0" presId="urn:microsoft.com/office/officeart/2016/7/layout/RepeatingBendingProcessNew"/>
    <dgm:cxn modelId="{B8E3F6F8-DBD8-4E96-9C4E-9C4FE3E3BD8F}" type="presOf" srcId="{27CD4A61-FC47-4F0F-9DE6-E04EB5481C48}" destId="{4513045B-F907-4E99-BA79-A5A673CADF02}" srcOrd="0" destOrd="0" presId="urn:microsoft.com/office/officeart/2016/7/layout/RepeatingBendingProcessNew"/>
    <dgm:cxn modelId="{4EA161FB-F503-4949-9723-3A65905C8438}" type="presOf" srcId="{5A4F53AE-46BE-43FF-8AB2-3F82744D499C}" destId="{AE7BB072-6E45-4D4C-9211-FE4D380BC9F7}" srcOrd="1" destOrd="0" presId="urn:microsoft.com/office/officeart/2016/7/layout/RepeatingBendingProcessNew"/>
    <dgm:cxn modelId="{D1269E57-97D9-4380-8DF5-C31116CBED6E}" type="presParOf" srcId="{2FD98683-ACD7-49B4-9047-1F10919CF0B9}" destId="{5422FD00-A4FA-4438-8B16-D692AF80C53C}" srcOrd="0" destOrd="0" presId="urn:microsoft.com/office/officeart/2016/7/layout/RepeatingBendingProcessNew"/>
    <dgm:cxn modelId="{300AD1C0-DB08-47E2-AF8D-0BC0C9F720C6}" type="presParOf" srcId="{2FD98683-ACD7-49B4-9047-1F10919CF0B9}" destId="{073FAAC0-E185-42AC-851B-EBB523F22048}" srcOrd="1" destOrd="0" presId="urn:microsoft.com/office/officeart/2016/7/layout/RepeatingBendingProcessNew"/>
    <dgm:cxn modelId="{243D1CF0-316F-4EBE-AE3F-93F00E7C271C}" type="presParOf" srcId="{073FAAC0-E185-42AC-851B-EBB523F22048}" destId="{AE7BB072-6E45-4D4C-9211-FE4D380BC9F7}" srcOrd="0" destOrd="0" presId="urn:microsoft.com/office/officeart/2016/7/layout/RepeatingBendingProcessNew"/>
    <dgm:cxn modelId="{135690E6-9960-4F12-B497-0DE9528D77E6}" type="presParOf" srcId="{2FD98683-ACD7-49B4-9047-1F10919CF0B9}" destId="{644FE4BB-6C8D-4AB5-B297-957B199A40B3}" srcOrd="2" destOrd="0" presId="urn:microsoft.com/office/officeart/2016/7/layout/RepeatingBendingProcessNew"/>
    <dgm:cxn modelId="{3194F6BF-C2AE-4F0E-A0F6-AD549469CAC4}" type="presParOf" srcId="{2FD98683-ACD7-49B4-9047-1F10919CF0B9}" destId="{ACD41657-B65B-4B96-A0AA-3DF1493B0295}" srcOrd="3" destOrd="0" presId="urn:microsoft.com/office/officeart/2016/7/layout/RepeatingBendingProcessNew"/>
    <dgm:cxn modelId="{5E8AB375-C3CB-4939-B08F-7CE7BC5B3674}" type="presParOf" srcId="{ACD41657-B65B-4B96-A0AA-3DF1493B0295}" destId="{DBDE9A3B-0139-40C7-BD7A-B350418C7203}" srcOrd="0" destOrd="0" presId="urn:microsoft.com/office/officeart/2016/7/layout/RepeatingBendingProcessNew"/>
    <dgm:cxn modelId="{B629C877-ED84-459F-B2F2-1BC7572FB082}" type="presParOf" srcId="{2FD98683-ACD7-49B4-9047-1F10919CF0B9}" destId="{E3E603A1-BD31-4C89-96C8-B066EBD74214}" srcOrd="4" destOrd="0" presId="urn:microsoft.com/office/officeart/2016/7/layout/RepeatingBendingProcessNew"/>
    <dgm:cxn modelId="{1EA7D275-D1CF-442E-BA80-1209B68FBFB8}" type="presParOf" srcId="{2FD98683-ACD7-49B4-9047-1F10919CF0B9}" destId="{3F6ACEFF-F437-41B7-A9B9-E195077AFF37}" srcOrd="5" destOrd="0" presId="urn:microsoft.com/office/officeart/2016/7/layout/RepeatingBendingProcessNew"/>
    <dgm:cxn modelId="{DBF033F8-FB29-42CD-ACA9-8340F2DB2921}" type="presParOf" srcId="{3F6ACEFF-F437-41B7-A9B9-E195077AFF37}" destId="{68A30CCF-11B9-4D3A-A1BD-B94128F43ACF}" srcOrd="0" destOrd="0" presId="urn:microsoft.com/office/officeart/2016/7/layout/RepeatingBendingProcessNew"/>
    <dgm:cxn modelId="{052D97BC-A81E-4F7F-A8C8-40C57BA3B339}" type="presParOf" srcId="{2FD98683-ACD7-49B4-9047-1F10919CF0B9}" destId="{1DFE1BE9-1380-42B0-B567-465631C05B15}" srcOrd="6" destOrd="0" presId="urn:microsoft.com/office/officeart/2016/7/layout/RepeatingBendingProcessNew"/>
    <dgm:cxn modelId="{86912FE1-3996-4C20-8DC3-2668C0B394A5}" type="presParOf" srcId="{2FD98683-ACD7-49B4-9047-1F10919CF0B9}" destId="{EBABEEFA-3CEA-4A4A-94F1-3C92D3DD4B89}" srcOrd="7" destOrd="0" presId="urn:microsoft.com/office/officeart/2016/7/layout/RepeatingBendingProcessNew"/>
    <dgm:cxn modelId="{8BE09E2B-588B-4D8A-BF00-CC0D3E37D238}" type="presParOf" srcId="{EBABEEFA-3CEA-4A4A-94F1-3C92D3DD4B89}" destId="{17FDB173-67E2-44C3-8BE1-3D05D0101411}" srcOrd="0" destOrd="0" presId="urn:microsoft.com/office/officeart/2016/7/layout/RepeatingBendingProcessNew"/>
    <dgm:cxn modelId="{9C3C2345-9FF1-40E6-B23B-6F08EFD3D824}" type="presParOf" srcId="{2FD98683-ACD7-49B4-9047-1F10919CF0B9}" destId="{03A83D28-DF9E-4133-820A-14DFAFC3DED5}" srcOrd="8" destOrd="0" presId="urn:microsoft.com/office/officeart/2016/7/layout/RepeatingBendingProcessNew"/>
    <dgm:cxn modelId="{A4DA22F9-7CAB-4DC4-AE4C-107BF2467FCB}" type="presParOf" srcId="{2FD98683-ACD7-49B4-9047-1F10919CF0B9}" destId="{EC61308C-A536-4EDD-85C2-7A4D0CA11D5F}" srcOrd="9" destOrd="0" presId="urn:microsoft.com/office/officeart/2016/7/layout/RepeatingBendingProcessNew"/>
    <dgm:cxn modelId="{20F5A632-C8E6-4451-9E43-DE7724A31174}" type="presParOf" srcId="{EC61308C-A536-4EDD-85C2-7A4D0CA11D5F}" destId="{5FCA5D06-0024-4C35-ADF0-332283245BEE}" srcOrd="0" destOrd="0" presId="urn:microsoft.com/office/officeart/2016/7/layout/RepeatingBendingProcessNew"/>
    <dgm:cxn modelId="{FF172B7D-9C43-44C7-BC2F-8C26CE941BBD}" type="presParOf" srcId="{2FD98683-ACD7-49B4-9047-1F10919CF0B9}" destId="{4513045B-F907-4E99-BA79-A5A673CADF02}" srcOrd="10" destOrd="0" presId="urn:microsoft.com/office/officeart/2016/7/layout/RepeatingBendingProcessNew"/>
    <dgm:cxn modelId="{CF470C57-00A1-4761-AE1A-FD5FCFD444F8}" type="presParOf" srcId="{2FD98683-ACD7-49B4-9047-1F10919CF0B9}" destId="{03220FCE-5F17-47C5-8ED6-77E1B5A3ACCB}" srcOrd="11" destOrd="0" presId="urn:microsoft.com/office/officeart/2016/7/layout/RepeatingBendingProcessNew"/>
    <dgm:cxn modelId="{CAB0798C-19CB-4588-B406-EEC8C053D428}" type="presParOf" srcId="{03220FCE-5F17-47C5-8ED6-77E1B5A3ACCB}" destId="{899E792B-4F58-4205-826F-786ECF83DA37}" srcOrd="0" destOrd="0" presId="urn:microsoft.com/office/officeart/2016/7/layout/RepeatingBendingProcessNew"/>
    <dgm:cxn modelId="{2B392722-30DB-4691-88A8-4CB7D4E7A366}" type="presParOf" srcId="{2FD98683-ACD7-49B4-9047-1F10919CF0B9}" destId="{E9FA14B5-5AEB-4C80-9EC7-D691AB98D5BB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9AF7E5-1363-4C94-BEFF-3B3538B60E7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8834AF-AD41-4500-82A3-1A8F840B9D66}">
      <dgm:prSet/>
      <dgm:spPr/>
      <dgm:t>
        <a:bodyPr/>
        <a:lstStyle/>
        <a:p>
          <a:r>
            <a:rPr lang="en-US"/>
            <a:t>• Park &amp; Ride Management – Add/update/delete rides.</a:t>
          </a:r>
        </a:p>
      </dgm:t>
    </dgm:pt>
    <dgm:pt modelId="{5DDE7875-3BA8-42B3-805F-46515E97A79A}" type="parTrans" cxnId="{E782398D-C146-452B-8125-EE21EC091725}">
      <dgm:prSet/>
      <dgm:spPr/>
      <dgm:t>
        <a:bodyPr/>
        <a:lstStyle/>
        <a:p>
          <a:endParaRPr lang="en-US"/>
        </a:p>
      </dgm:t>
    </dgm:pt>
    <dgm:pt modelId="{03A28AA4-F6A2-434D-8EF7-64C147324A6E}" type="sibTrans" cxnId="{E782398D-C146-452B-8125-EE21EC091725}">
      <dgm:prSet/>
      <dgm:spPr/>
      <dgm:t>
        <a:bodyPr/>
        <a:lstStyle/>
        <a:p>
          <a:endParaRPr lang="en-US"/>
        </a:p>
      </dgm:t>
    </dgm:pt>
    <dgm:pt modelId="{5D6D44CF-40B7-4F1B-BAE0-4486A9FCEEAE}">
      <dgm:prSet/>
      <dgm:spPr/>
      <dgm:t>
        <a:bodyPr/>
        <a:lstStyle/>
        <a:p>
          <a:r>
            <a:rPr lang="en-US"/>
            <a:t>• Booking Creation – Customer info + ride selection.</a:t>
          </a:r>
        </a:p>
      </dgm:t>
    </dgm:pt>
    <dgm:pt modelId="{E17C5557-9514-4116-8222-152E2759CDC1}" type="parTrans" cxnId="{971AD7E5-4CF0-4D7C-B805-06727677704E}">
      <dgm:prSet/>
      <dgm:spPr/>
      <dgm:t>
        <a:bodyPr/>
        <a:lstStyle/>
        <a:p>
          <a:endParaRPr lang="en-US"/>
        </a:p>
      </dgm:t>
    </dgm:pt>
    <dgm:pt modelId="{EA30D70D-5492-407E-9B76-351E36E86086}" type="sibTrans" cxnId="{971AD7E5-4CF0-4D7C-B805-06727677704E}">
      <dgm:prSet/>
      <dgm:spPr/>
      <dgm:t>
        <a:bodyPr/>
        <a:lstStyle/>
        <a:p>
          <a:endParaRPr lang="en-US"/>
        </a:p>
      </dgm:t>
    </dgm:pt>
    <dgm:pt modelId="{F3BC01A4-0175-49FF-9BBE-79EB451FB2F7}">
      <dgm:prSet/>
      <dgm:spPr/>
      <dgm:t>
        <a:bodyPr/>
        <a:lstStyle/>
        <a:p>
          <a:r>
            <a:rPr lang="en-US"/>
            <a:t>• Booking Cancellation – Updates DB &amp; analytics.</a:t>
          </a:r>
        </a:p>
      </dgm:t>
    </dgm:pt>
    <dgm:pt modelId="{F4E5A5EA-6F7E-42AB-AF01-959B9503502D}" type="parTrans" cxnId="{7F214A85-5941-46AC-ACB0-B8CEE3A82D88}">
      <dgm:prSet/>
      <dgm:spPr/>
      <dgm:t>
        <a:bodyPr/>
        <a:lstStyle/>
        <a:p>
          <a:endParaRPr lang="en-US"/>
        </a:p>
      </dgm:t>
    </dgm:pt>
    <dgm:pt modelId="{D540B13B-C389-406B-9DCD-2A238151DCAF}" type="sibTrans" cxnId="{7F214A85-5941-46AC-ACB0-B8CEE3A82D88}">
      <dgm:prSet/>
      <dgm:spPr/>
      <dgm:t>
        <a:bodyPr/>
        <a:lstStyle/>
        <a:p>
          <a:endParaRPr lang="en-US"/>
        </a:p>
      </dgm:t>
    </dgm:pt>
    <dgm:pt modelId="{3C58538B-ABDB-4BA7-A3A7-D8537357D060}">
      <dgm:prSet/>
      <dgm:spPr/>
      <dgm:t>
        <a:bodyPr/>
        <a:lstStyle/>
        <a:p>
          <a:r>
            <a:rPr lang="en-US"/>
            <a:t>• Analytics View – Revenue &amp; booking stats per ride.</a:t>
          </a:r>
        </a:p>
      </dgm:t>
    </dgm:pt>
    <dgm:pt modelId="{CF7BC624-4873-4C24-85EC-9A97E02F62DA}" type="parTrans" cxnId="{6C75FDD5-8B2B-4065-A541-1DCE40B6C2CD}">
      <dgm:prSet/>
      <dgm:spPr/>
      <dgm:t>
        <a:bodyPr/>
        <a:lstStyle/>
        <a:p>
          <a:endParaRPr lang="en-US"/>
        </a:p>
      </dgm:t>
    </dgm:pt>
    <dgm:pt modelId="{7922A7C3-270A-44E2-96AA-F5A991B8C68D}" type="sibTrans" cxnId="{6C75FDD5-8B2B-4065-A541-1DCE40B6C2CD}">
      <dgm:prSet/>
      <dgm:spPr/>
      <dgm:t>
        <a:bodyPr/>
        <a:lstStyle/>
        <a:p>
          <a:endParaRPr lang="en-US"/>
        </a:p>
      </dgm:t>
    </dgm:pt>
    <dgm:pt modelId="{E513FF66-9958-4C9A-A78E-4958844A9E4C}" type="pres">
      <dgm:prSet presAssocID="{929AF7E5-1363-4C94-BEFF-3B3538B60E7E}" presName="linear" presStyleCnt="0">
        <dgm:presLayoutVars>
          <dgm:animLvl val="lvl"/>
          <dgm:resizeHandles val="exact"/>
        </dgm:presLayoutVars>
      </dgm:prSet>
      <dgm:spPr/>
    </dgm:pt>
    <dgm:pt modelId="{F75DE14F-A5AE-4590-B277-21786B67A675}" type="pres">
      <dgm:prSet presAssocID="{698834AF-AD41-4500-82A3-1A8F840B9D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6A312F-320A-43D8-959B-90F40F30524F}" type="pres">
      <dgm:prSet presAssocID="{03A28AA4-F6A2-434D-8EF7-64C147324A6E}" presName="spacer" presStyleCnt="0"/>
      <dgm:spPr/>
    </dgm:pt>
    <dgm:pt modelId="{AF37EB8B-176A-411E-8C2E-8E5F31B6230D}" type="pres">
      <dgm:prSet presAssocID="{5D6D44CF-40B7-4F1B-BAE0-4486A9FCEE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5C0376-4DD7-4616-9B06-B03DE9E00C86}" type="pres">
      <dgm:prSet presAssocID="{EA30D70D-5492-407E-9B76-351E36E86086}" presName="spacer" presStyleCnt="0"/>
      <dgm:spPr/>
    </dgm:pt>
    <dgm:pt modelId="{70B5EE32-F182-47DA-AD34-F17255E11F70}" type="pres">
      <dgm:prSet presAssocID="{F3BC01A4-0175-49FF-9BBE-79EB451FB2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5F3701-9F86-4FD8-B4A8-BEF4E07D1ADC}" type="pres">
      <dgm:prSet presAssocID="{D540B13B-C389-406B-9DCD-2A238151DCAF}" presName="spacer" presStyleCnt="0"/>
      <dgm:spPr/>
    </dgm:pt>
    <dgm:pt modelId="{F68F0AD2-168C-4F99-95D7-A1AAB07DF658}" type="pres">
      <dgm:prSet presAssocID="{3C58538B-ABDB-4BA7-A3A7-D8537357D0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1E3F6A-E2A4-4637-AE1D-485735F9D16A}" type="presOf" srcId="{3C58538B-ABDB-4BA7-A3A7-D8537357D060}" destId="{F68F0AD2-168C-4F99-95D7-A1AAB07DF658}" srcOrd="0" destOrd="0" presId="urn:microsoft.com/office/officeart/2005/8/layout/vList2"/>
    <dgm:cxn modelId="{7F214A85-5941-46AC-ACB0-B8CEE3A82D88}" srcId="{929AF7E5-1363-4C94-BEFF-3B3538B60E7E}" destId="{F3BC01A4-0175-49FF-9BBE-79EB451FB2F7}" srcOrd="2" destOrd="0" parTransId="{F4E5A5EA-6F7E-42AB-AF01-959B9503502D}" sibTransId="{D540B13B-C389-406B-9DCD-2A238151DCAF}"/>
    <dgm:cxn modelId="{1C451087-5467-420B-B5C5-003565AA3268}" type="presOf" srcId="{929AF7E5-1363-4C94-BEFF-3B3538B60E7E}" destId="{E513FF66-9958-4C9A-A78E-4958844A9E4C}" srcOrd="0" destOrd="0" presId="urn:microsoft.com/office/officeart/2005/8/layout/vList2"/>
    <dgm:cxn modelId="{E782398D-C146-452B-8125-EE21EC091725}" srcId="{929AF7E5-1363-4C94-BEFF-3B3538B60E7E}" destId="{698834AF-AD41-4500-82A3-1A8F840B9D66}" srcOrd="0" destOrd="0" parTransId="{5DDE7875-3BA8-42B3-805F-46515E97A79A}" sibTransId="{03A28AA4-F6A2-434D-8EF7-64C147324A6E}"/>
    <dgm:cxn modelId="{507F0CD0-A491-4B85-B2FB-669EA8C95F6F}" type="presOf" srcId="{F3BC01A4-0175-49FF-9BBE-79EB451FB2F7}" destId="{70B5EE32-F182-47DA-AD34-F17255E11F70}" srcOrd="0" destOrd="0" presId="urn:microsoft.com/office/officeart/2005/8/layout/vList2"/>
    <dgm:cxn modelId="{6C75FDD5-8B2B-4065-A541-1DCE40B6C2CD}" srcId="{929AF7E5-1363-4C94-BEFF-3B3538B60E7E}" destId="{3C58538B-ABDB-4BA7-A3A7-D8537357D060}" srcOrd="3" destOrd="0" parTransId="{CF7BC624-4873-4C24-85EC-9A97E02F62DA}" sibTransId="{7922A7C3-270A-44E2-96AA-F5A991B8C68D}"/>
    <dgm:cxn modelId="{971AD7E5-4CF0-4D7C-B805-06727677704E}" srcId="{929AF7E5-1363-4C94-BEFF-3B3538B60E7E}" destId="{5D6D44CF-40B7-4F1B-BAE0-4486A9FCEEAE}" srcOrd="1" destOrd="0" parTransId="{E17C5557-9514-4116-8222-152E2759CDC1}" sibTransId="{EA30D70D-5492-407E-9B76-351E36E86086}"/>
    <dgm:cxn modelId="{DD045DEB-BDDF-4D1B-8B7B-02B06404FFFE}" type="presOf" srcId="{698834AF-AD41-4500-82A3-1A8F840B9D66}" destId="{F75DE14F-A5AE-4590-B277-21786B67A675}" srcOrd="0" destOrd="0" presId="urn:microsoft.com/office/officeart/2005/8/layout/vList2"/>
    <dgm:cxn modelId="{9E56FAED-D02E-4F73-9A5B-1600E7B68E57}" type="presOf" srcId="{5D6D44CF-40B7-4F1B-BAE0-4486A9FCEEAE}" destId="{AF37EB8B-176A-411E-8C2E-8E5F31B6230D}" srcOrd="0" destOrd="0" presId="urn:microsoft.com/office/officeart/2005/8/layout/vList2"/>
    <dgm:cxn modelId="{F32CADBE-8635-4C13-8DAF-08D03CD40013}" type="presParOf" srcId="{E513FF66-9958-4C9A-A78E-4958844A9E4C}" destId="{F75DE14F-A5AE-4590-B277-21786B67A675}" srcOrd="0" destOrd="0" presId="urn:microsoft.com/office/officeart/2005/8/layout/vList2"/>
    <dgm:cxn modelId="{955E1AE4-F939-4FC7-AFFD-65B1B060B39B}" type="presParOf" srcId="{E513FF66-9958-4C9A-A78E-4958844A9E4C}" destId="{DF6A312F-320A-43D8-959B-90F40F30524F}" srcOrd="1" destOrd="0" presId="urn:microsoft.com/office/officeart/2005/8/layout/vList2"/>
    <dgm:cxn modelId="{9CAB4801-5B77-49CC-AF41-5DAF68672A7E}" type="presParOf" srcId="{E513FF66-9958-4C9A-A78E-4958844A9E4C}" destId="{AF37EB8B-176A-411E-8C2E-8E5F31B6230D}" srcOrd="2" destOrd="0" presId="urn:microsoft.com/office/officeart/2005/8/layout/vList2"/>
    <dgm:cxn modelId="{48EC8866-1390-4747-A235-AEDADCC0E5C1}" type="presParOf" srcId="{E513FF66-9958-4C9A-A78E-4958844A9E4C}" destId="{785C0376-4DD7-4616-9B06-B03DE9E00C86}" srcOrd="3" destOrd="0" presId="urn:microsoft.com/office/officeart/2005/8/layout/vList2"/>
    <dgm:cxn modelId="{1DA946FA-1B69-44D4-9823-320E5B60BA26}" type="presParOf" srcId="{E513FF66-9958-4C9A-A78E-4958844A9E4C}" destId="{70B5EE32-F182-47DA-AD34-F17255E11F70}" srcOrd="4" destOrd="0" presId="urn:microsoft.com/office/officeart/2005/8/layout/vList2"/>
    <dgm:cxn modelId="{11F0E413-77BD-4018-8899-C9183969E5F3}" type="presParOf" srcId="{E513FF66-9958-4C9A-A78E-4958844A9E4C}" destId="{565F3701-9F86-4FD8-B4A8-BEF4E07D1ADC}" srcOrd="5" destOrd="0" presId="urn:microsoft.com/office/officeart/2005/8/layout/vList2"/>
    <dgm:cxn modelId="{B91863E4-8422-4984-B061-770759F83281}" type="presParOf" srcId="{E513FF66-9958-4C9A-A78E-4958844A9E4C}" destId="{F68F0AD2-168C-4F99-95D7-A1AAB07DF6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323D7E-9780-4C9F-A5DA-33CA89FC60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8AA5B08-ADA3-4A6D-93DD-21E2689D7F33}">
      <dgm:prSet/>
      <dgm:spPr/>
      <dgm:t>
        <a:bodyPr/>
        <a:lstStyle/>
        <a:p>
          <a:pPr>
            <a:defRPr cap="all"/>
          </a:pPr>
          <a:r>
            <a:rPr lang="en-US"/>
            <a:t>• Multi-ride booking per transaction.</a:t>
          </a:r>
        </a:p>
      </dgm:t>
    </dgm:pt>
    <dgm:pt modelId="{60E70786-FBCC-40B6-A4DD-B8300A668AC9}" type="parTrans" cxnId="{1A7F66BD-AA1F-47C3-8CA2-049BF05B971A}">
      <dgm:prSet/>
      <dgm:spPr/>
      <dgm:t>
        <a:bodyPr/>
        <a:lstStyle/>
        <a:p>
          <a:endParaRPr lang="en-US"/>
        </a:p>
      </dgm:t>
    </dgm:pt>
    <dgm:pt modelId="{1286203D-A4E2-4A75-B277-D49454E8A14D}" type="sibTrans" cxnId="{1A7F66BD-AA1F-47C3-8CA2-049BF05B971A}">
      <dgm:prSet/>
      <dgm:spPr/>
      <dgm:t>
        <a:bodyPr/>
        <a:lstStyle/>
        <a:p>
          <a:endParaRPr lang="en-US"/>
        </a:p>
      </dgm:t>
    </dgm:pt>
    <dgm:pt modelId="{964485E0-7484-4CEB-BBBF-6B5CCEB8835A}">
      <dgm:prSet/>
      <dgm:spPr/>
      <dgm:t>
        <a:bodyPr/>
        <a:lstStyle/>
        <a:p>
          <a:pPr>
            <a:defRPr cap="all"/>
          </a:pPr>
          <a:r>
            <a:rPr lang="en-US"/>
            <a:t>• Auto-refresh analytics.</a:t>
          </a:r>
        </a:p>
      </dgm:t>
    </dgm:pt>
    <dgm:pt modelId="{40014EB0-9345-4E29-BF61-5D401AAEA24F}" type="parTrans" cxnId="{F5FE70D9-56CD-47B3-9C2E-5E58484B9D45}">
      <dgm:prSet/>
      <dgm:spPr/>
      <dgm:t>
        <a:bodyPr/>
        <a:lstStyle/>
        <a:p>
          <a:endParaRPr lang="en-US"/>
        </a:p>
      </dgm:t>
    </dgm:pt>
    <dgm:pt modelId="{A6F06A03-22B2-4EDE-A481-A8DA1078E7A6}" type="sibTrans" cxnId="{F5FE70D9-56CD-47B3-9C2E-5E58484B9D45}">
      <dgm:prSet/>
      <dgm:spPr/>
      <dgm:t>
        <a:bodyPr/>
        <a:lstStyle/>
        <a:p>
          <a:endParaRPr lang="en-US"/>
        </a:p>
      </dgm:t>
    </dgm:pt>
    <dgm:pt modelId="{D68CFD9C-3896-4709-ABDF-2057C4373F1E}">
      <dgm:prSet/>
      <dgm:spPr/>
      <dgm:t>
        <a:bodyPr/>
        <a:lstStyle/>
        <a:p>
          <a:pPr>
            <a:defRPr cap="all"/>
          </a:pPr>
          <a:r>
            <a:rPr lang="en-US"/>
            <a:t>• Add-ons like FastPass, meal plans.</a:t>
          </a:r>
        </a:p>
      </dgm:t>
    </dgm:pt>
    <dgm:pt modelId="{7AD60A12-4DA2-4C27-9563-71878534B2D3}" type="parTrans" cxnId="{C5CD3DB5-2C1A-418D-B3C9-062108AEBA0F}">
      <dgm:prSet/>
      <dgm:spPr/>
      <dgm:t>
        <a:bodyPr/>
        <a:lstStyle/>
        <a:p>
          <a:endParaRPr lang="en-US"/>
        </a:p>
      </dgm:t>
    </dgm:pt>
    <dgm:pt modelId="{6A3A1471-0F27-4383-AADF-6E1CDECFD953}" type="sibTrans" cxnId="{C5CD3DB5-2C1A-418D-B3C9-062108AEBA0F}">
      <dgm:prSet/>
      <dgm:spPr/>
      <dgm:t>
        <a:bodyPr/>
        <a:lstStyle/>
        <a:p>
          <a:endParaRPr lang="en-US"/>
        </a:p>
      </dgm:t>
    </dgm:pt>
    <dgm:pt modelId="{30C88FD0-02A9-439F-A918-5D33CA558704}">
      <dgm:prSet/>
      <dgm:spPr/>
      <dgm:t>
        <a:bodyPr/>
        <a:lstStyle/>
        <a:p>
          <a:pPr>
            <a:defRPr cap="all"/>
          </a:pPr>
          <a:r>
            <a:rPr lang="en-US"/>
            <a:t>• Payment integration.</a:t>
          </a:r>
        </a:p>
      </dgm:t>
    </dgm:pt>
    <dgm:pt modelId="{AE0F145B-7C2B-4072-AFD5-DE4BF222199B}" type="parTrans" cxnId="{F237C32C-121F-45E6-B792-7B772A08930B}">
      <dgm:prSet/>
      <dgm:spPr/>
      <dgm:t>
        <a:bodyPr/>
        <a:lstStyle/>
        <a:p>
          <a:endParaRPr lang="en-US"/>
        </a:p>
      </dgm:t>
    </dgm:pt>
    <dgm:pt modelId="{23B42603-5D15-4CB8-AEC6-98C0BC26F828}" type="sibTrans" cxnId="{F237C32C-121F-45E6-B792-7B772A08930B}">
      <dgm:prSet/>
      <dgm:spPr/>
      <dgm:t>
        <a:bodyPr/>
        <a:lstStyle/>
        <a:p>
          <a:endParaRPr lang="en-US"/>
        </a:p>
      </dgm:t>
    </dgm:pt>
    <dgm:pt modelId="{2C5AF193-3297-4366-8B7A-69477322B872}">
      <dgm:prSet/>
      <dgm:spPr/>
      <dgm:t>
        <a:bodyPr/>
        <a:lstStyle/>
        <a:p>
          <a:pPr>
            <a:defRPr cap="all"/>
          </a:pPr>
          <a:r>
            <a:rPr lang="en-US"/>
            <a:t>• Advanced time-slot booking.</a:t>
          </a:r>
        </a:p>
      </dgm:t>
    </dgm:pt>
    <dgm:pt modelId="{B0110111-17F4-4E0F-8A24-CBA1373030C0}" type="parTrans" cxnId="{DE9F2C00-2CE1-4E8D-83FF-9EAB9E328431}">
      <dgm:prSet/>
      <dgm:spPr/>
      <dgm:t>
        <a:bodyPr/>
        <a:lstStyle/>
        <a:p>
          <a:endParaRPr lang="en-US"/>
        </a:p>
      </dgm:t>
    </dgm:pt>
    <dgm:pt modelId="{985FBA45-985D-4103-9491-8D8C401F4376}" type="sibTrans" cxnId="{DE9F2C00-2CE1-4E8D-83FF-9EAB9E328431}">
      <dgm:prSet/>
      <dgm:spPr/>
      <dgm:t>
        <a:bodyPr/>
        <a:lstStyle/>
        <a:p>
          <a:endParaRPr lang="en-US"/>
        </a:p>
      </dgm:t>
    </dgm:pt>
    <dgm:pt modelId="{092B077C-9A22-4298-84A3-92FC1A577539}" type="pres">
      <dgm:prSet presAssocID="{31323D7E-9780-4C9F-A5DA-33CA89FC60C4}" presName="root" presStyleCnt="0">
        <dgm:presLayoutVars>
          <dgm:dir/>
          <dgm:resizeHandles val="exact"/>
        </dgm:presLayoutVars>
      </dgm:prSet>
      <dgm:spPr/>
    </dgm:pt>
    <dgm:pt modelId="{1C4E94A9-5A4D-4781-A3E7-C9762F3EBE5B}" type="pres">
      <dgm:prSet presAssocID="{98AA5B08-ADA3-4A6D-93DD-21E2689D7F33}" presName="compNode" presStyleCnt="0"/>
      <dgm:spPr/>
    </dgm:pt>
    <dgm:pt modelId="{11FE1AF2-7938-4BDC-A33B-BEFF646CD9FD}" type="pres">
      <dgm:prSet presAssocID="{98AA5B08-ADA3-4A6D-93DD-21E2689D7F33}" presName="iconBgRect" presStyleLbl="bgShp" presStyleIdx="0" presStyleCnt="5"/>
      <dgm:spPr/>
    </dgm:pt>
    <dgm:pt modelId="{0E10B54B-4404-48BC-8BA9-109BDF35B79D}" type="pres">
      <dgm:prSet presAssocID="{98AA5B08-ADA3-4A6D-93DD-21E2689D7F3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987D0259-8775-478A-BD86-8542F0BB7A28}" type="pres">
      <dgm:prSet presAssocID="{98AA5B08-ADA3-4A6D-93DD-21E2689D7F33}" presName="spaceRect" presStyleCnt="0"/>
      <dgm:spPr/>
    </dgm:pt>
    <dgm:pt modelId="{6022B70A-6E1E-48DF-B795-35249F677C9D}" type="pres">
      <dgm:prSet presAssocID="{98AA5B08-ADA3-4A6D-93DD-21E2689D7F33}" presName="textRect" presStyleLbl="revTx" presStyleIdx="0" presStyleCnt="5">
        <dgm:presLayoutVars>
          <dgm:chMax val="1"/>
          <dgm:chPref val="1"/>
        </dgm:presLayoutVars>
      </dgm:prSet>
      <dgm:spPr/>
    </dgm:pt>
    <dgm:pt modelId="{0DF70F1A-694B-48A1-8364-902D30389EFC}" type="pres">
      <dgm:prSet presAssocID="{1286203D-A4E2-4A75-B277-D49454E8A14D}" presName="sibTrans" presStyleCnt="0"/>
      <dgm:spPr/>
    </dgm:pt>
    <dgm:pt modelId="{99E36909-6127-4AFE-81A6-B2328623A75D}" type="pres">
      <dgm:prSet presAssocID="{964485E0-7484-4CEB-BBBF-6B5CCEB8835A}" presName="compNode" presStyleCnt="0"/>
      <dgm:spPr/>
    </dgm:pt>
    <dgm:pt modelId="{5B7F80A3-7737-43A9-A5EF-517C4BADA039}" type="pres">
      <dgm:prSet presAssocID="{964485E0-7484-4CEB-BBBF-6B5CCEB8835A}" presName="iconBgRect" presStyleLbl="bgShp" presStyleIdx="1" presStyleCnt="5"/>
      <dgm:spPr/>
    </dgm:pt>
    <dgm:pt modelId="{8AAE8599-305C-4262-8780-18EAD8C4ED5A}" type="pres">
      <dgm:prSet presAssocID="{964485E0-7484-4CEB-BBBF-6B5CCEB8835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53354462-C4C6-4EC4-9742-C3B2ACD6851C}" type="pres">
      <dgm:prSet presAssocID="{964485E0-7484-4CEB-BBBF-6B5CCEB8835A}" presName="spaceRect" presStyleCnt="0"/>
      <dgm:spPr/>
    </dgm:pt>
    <dgm:pt modelId="{544986DA-A1DB-45D9-AB81-1D462A1AF553}" type="pres">
      <dgm:prSet presAssocID="{964485E0-7484-4CEB-BBBF-6B5CCEB8835A}" presName="textRect" presStyleLbl="revTx" presStyleIdx="1" presStyleCnt="5">
        <dgm:presLayoutVars>
          <dgm:chMax val="1"/>
          <dgm:chPref val="1"/>
        </dgm:presLayoutVars>
      </dgm:prSet>
      <dgm:spPr/>
    </dgm:pt>
    <dgm:pt modelId="{346C92BA-55EC-43AF-A862-87D31158A92F}" type="pres">
      <dgm:prSet presAssocID="{A6F06A03-22B2-4EDE-A481-A8DA1078E7A6}" presName="sibTrans" presStyleCnt="0"/>
      <dgm:spPr/>
    </dgm:pt>
    <dgm:pt modelId="{A69F7E76-AA23-4178-A4B2-D9EEA2009D58}" type="pres">
      <dgm:prSet presAssocID="{D68CFD9C-3896-4709-ABDF-2057C4373F1E}" presName="compNode" presStyleCnt="0"/>
      <dgm:spPr/>
    </dgm:pt>
    <dgm:pt modelId="{1E5CF09A-672A-40FF-B98E-6014BADEACDA}" type="pres">
      <dgm:prSet presAssocID="{D68CFD9C-3896-4709-ABDF-2057C4373F1E}" presName="iconBgRect" presStyleLbl="bgShp" presStyleIdx="2" presStyleCnt="5"/>
      <dgm:spPr/>
    </dgm:pt>
    <dgm:pt modelId="{B6C9D0EA-2FDF-4BAD-B465-A3BA722F4B88}" type="pres">
      <dgm:prSet presAssocID="{D68CFD9C-3896-4709-ABDF-2057C4373F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E5C5220D-E03A-4A9D-8220-543536570BC6}" type="pres">
      <dgm:prSet presAssocID="{D68CFD9C-3896-4709-ABDF-2057C4373F1E}" presName="spaceRect" presStyleCnt="0"/>
      <dgm:spPr/>
    </dgm:pt>
    <dgm:pt modelId="{4B3D59E0-5E8B-4F2C-BDFA-2F070FECAC52}" type="pres">
      <dgm:prSet presAssocID="{D68CFD9C-3896-4709-ABDF-2057C4373F1E}" presName="textRect" presStyleLbl="revTx" presStyleIdx="2" presStyleCnt="5">
        <dgm:presLayoutVars>
          <dgm:chMax val="1"/>
          <dgm:chPref val="1"/>
        </dgm:presLayoutVars>
      </dgm:prSet>
      <dgm:spPr/>
    </dgm:pt>
    <dgm:pt modelId="{F10F8682-87C7-469F-9BB5-C548FE8F2D1A}" type="pres">
      <dgm:prSet presAssocID="{6A3A1471-0F27-4383-AADF-6E1CDECFD953}" presName="sibTrans" presStyleCnt="0"/>
      <dgm:spPr/>
    </dgm:pt>
    <dgm:pt modelId="{38CE4503-FA61-4ED5-A810-872D7017BD2D}" type="pres">
      <dgm:prSet presAssocID="{30C88FD0-02A9-439F-A918-5D33CA558704}" presName="compNode" presStyleCnt="0"/>
      <dgm:spPr/>
    </dgm:pt>
    <dgm:pt modelId="{48199E07-7A21-40E1-A944-E7712B5CA2AD}" type="pres">
      <dgm:prSet presAssocID="{30C88FD0-02A9-439F-A918-5D33CA558704}" presName="iconBgRect" presStyleLbl="bgShp" presStyleIdx="3" presStyleCnt="5"/>
      <dgm:spPr/>
    </dgm:pt>
    <dgm:pt modelId="{EAC54249-E0AC-41DF-BE14-AC4AFFC91EFD}" type="pres">
      <dgm:prSet presAssocID="{30C88FD0-02A9-439F-A918-5D33CA55870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25981F3-E329-425B-862C-F14E4B5E2EA2}" type="pres">
      <dgm:prSet presAssocID="{30C88FD0-02A9-439F-A918-5D33CA558704}" presName="spaceRect" presStyleCnt="0"/>
      <dgm:spPr/>
    </dgm:pt>
    <dgm:pt modelId="{B869BC7A-EB95-4BD5-A017-91619C617412}" type="pres">
      <dgm:prSet presAssocID="{30C88FD0-02A9-439F-A918-5D33CA558704}" presName="textRect" presStyleLbl="revTx" presStyleIdx="3" presStyleCnt="5">
        <dgm:presLayoutVars>
          <dgm:chMax val="1"/>
          <dgm:chPref val="1"/>
        </dgm:presLayoutVars>
      </dgm:prSet>
      <dgm:spPr/>
    </dgm:pt>
    <dgm:pt modelId="{437FDB2C-98AE-4B5F-B858-EF7BF0E3C03C}" type="pres">
      <dgm:prSet presAssocID="{23B42603-5D15-4CB8-AEC6-98C0BC26F828}" presName="sibTrans" presStyleCnt="0"/>
      <dgm:spPr/>
    </dgm:pt>
    <dgm:pt modelId="{785CA5CF-DAFF-4FB4-8ED2-DBAA80C0AB2B}" type="pres">
      <dgm:prSet presAssocID="{2C5AF193-3297-4366-8B7A-69477322B872}" presName="compNode" presStyleCnt="0"/>
      <dgm:spPr/>
    </dgm:pt>
    <dgm:pt modelId="{7ED3EF3A-49A7-45E0-8641-F3F357FC3C88}" type="pres">
      <dgm:prSet presAssocID="{2C5AF193-3297-4366-8B7A-69477322B872}" presName="iconBgRect" presStyleLbl="bgShp" presStyleIdx="4" presStyleCnt="5"/>
      <dgm:spPr/>
    </dgm:pt>
    <dgm:pt modelId="{0DD14D45-02F3-4D0A-B85E-9D2918133DFE}" type="pres">
      <dgm:prSet presAssocID="{2C5AF193-3297-4366-8B7A-69477322B8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79C78AF9-295A-4F2B-8780-BA9AD8A4EEF7}" type="pres">
      <dgm:prSet presAssocID="{2C5AF193-3297-4366-8B7A-69477322B872}" presName="spaceRect" presStyleCnt="0"/>
      <dgm:spPr/>
    </dgm:pt>
    <dgm:pt modelId="{32DDE1D7-52CE-4D45-A533-38997FE96D18}" type="pres">
      <dgm:prSet presAssocID="{2C5AF193-3297-4366-8B7A-69477322B8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E9F2C00-2CE1-4E8D-83FF-9EAB9E328431}" srcId="{31323D7E-9780-4C9F-A5DA-33CA89FC60C4}" destId="{2C5AF193-3297-4366-8B7A-69477322B872}" srcOrd="4" destOrd="0" parTransId="{B0110111-17F4-4E0F-8A24-CBA1373030C0}" sibTransId="{985FBA45-985D-4103-9491-8D8C401F4376}"/>
    <dgm:cxn modelId="{1F07DF08-8E25-4520-95FF-26E207662778}" type="presOf" srcId="{98AA5B08-ADA3-4A6D-93DD-21E2689D7F33}" destId="{6022B70A-6E1E-48DF-B795-35249F677C9D}" srcOrd="0" destOrd="0" presId="urn:microsoft.com/office/officeart/2018/5/layout/IconCircleLabelList"/>
    <dgm:cxn modelId="{9459F219-77A9-41E4-A424-C305F7086064}" type="presOf" srcId="{964485E0-7484-4CEB-BBBF-6B5CCEB8835A}" destId="{544986DA-A1DB-45D9-AB81-1D462A1AF553}" srcOrd="0" destOrd="0" presId="urn:microsoft.com/office/officeart/2018/5/layout/IconCircleLabelList"/>
    <dgm:cxn modelId="{F237C32C-121F-45E6-B792-7B772A08930B}" srcId="{31323D7E-9780-4C9F-A5DA-33CA89FC60C4}" destId="{30C88FD0-02A9-439F-A918-5D33CA558704}" srcOrd="3" destOrd="0" parTransId="{AE0F145B-7C2B-4072-AFD5-DE4BF222199B}" sibTransId="{23B42603-5D15-4CB8-AEC6-98C0BC26F828}"/>
    <dgm:cxn modelId="{74FE0E46-A821-42D2-9DB5-13C8787B3667}" type="presOf" srcId="{31323D7E-9780-4C9F-A5DA-33CA89FC60C4}" destId="{092B077C-9A22-4298-84A3-92FC1A577539}" srcOrd="0" destOrd="0" presId="urn:microsoft.com/office/officeart/2018/5/layout/IconCircleLabelList"/>
    <dgm:cxn modelId="{C5CD3DB5-2C1A-418D-B3C9-062108AEBA0F}" srcId="{31323D7E-9780-4C9F-A5DA-33CA89FC60C4}" destId="{D68CFD9C-3896-4709-ABDF-2057C4373F1E}" srcOrd="2" destOrd="0" parTransId="{7AD60A12-4DA2-4C27-9563-71878534B2D3}" sibTransId="{6A3A1471-0F27-4383-AADF-6E1CDECFD953}"/>
    <dgm:cxn modelId="{B2BCB1B5-B633-44F0-BA40-6D5124FE92B0}" type="presOf" srcId="{30C88FD0-02A9-439F-A918-5D33CA558704}" destId="{B869BC7A-EB95-4BD5-A017-91619C617412}" srcOrd="0" destOrd="0" presId="urn:microsoft.com/office/officeart/2018/5/layout/IconCircleLabelList"/>
    <dgm:cxn modelId="{589EA2BB-D23B-4C4E-AF52-92DEB9703941}" type="presOf" srcId="{D68CFD9C-3896-4709-ABDF-2057C4373F1E}" destId="{4B3D59E0-5E8B-4F2C-BDFA-2F070FECAC52}" srcOrd="0" destOrd="0" presId="urn:microsoft.com/office/officeart/2018/5/layout/IconCircleLabelList"/>
    <dgm:cxn modelId="{1A7F66BD-AA1F-47C3-8CA2-049BF05B971A}" srcId="{31323D7E-9780-4C9F-A5DA-33CA89FC60C4}" destId="{98AA5B08-ADA3-4A6D-93DD-21E2689D7F33}" srcOrd="0" destOrd="0" parTransId="{60E70786-FBCC-40B6-A4DD-B8300A668AC9}" sibTransId="{1286203D-A4E2-4A75-B277-D49454E8A14D}"/>
    <dgm:cxn modelId="{FDD877C9-C416-4825-87E6-7F07F5471637}" type="presOf" srcId="{2C5AF193-3297-4366-8B7A-69477322B872}" destId="{32DDE1D7-52CE-4D45-A533-38997FE96D18}" srcOrd="0" destOrd="0" presId="urn:microsoft.com/office/officeart/2018/5/layout/IconCircleLabelList"/>
    <dgm:cxn modelId="{F5FE70D9-56CD-47B3-9C2E-5E58484B9D45}" srcId="{31323D7E-9780-4C9F-A5DA-33CA89FC60C4}" destId="{964485E0-7484-4CEB-BBBF-6B5CCEB8835A}" srcOrd="1" destOrd="0" parTransId="{40014EB0-9345-4E29-BF61-5D401AAEA24F}" sibTransId="{A6F06A03-22B2-4EDE-A481-A8DA1078E7A6}"/>
    <dgm:cxn modelId="{B41C26DB-2F5C-4424-9607-491D1039AFDC}" type="presParOf" srcId="{092B077C-9A22-4298-84A3-92FC1A577539}" destId="{1C4E94A9-5A4D-4781-A3E7-C9762F3EBE5B}" srcOrd="0" destOrd="0" presId="urn:microsoft.com/office/officeart/2018/5/layout/IconCircleLabelList"/>
    <dgm:cxn modelId="{550053C2-5211-4E90-A1D0-D79F9C84BE58}" type="presParOf" srcId="{1C4E94A9-5A4D-4781-A3E7-C9762F3EBE5B}" destId="{11FE1AF2-7938-4BDC-A33B-BEFF646CD9FD}" srcOrd="0" destOrd="0" presId="urn:microsoft.com/office/officeart/2018/5/layout/IconCircleLabelList"/>
    <dgm:cxn modelId="{68028BB0-5D00-4FBD-A0B8-DCFB95DDA178}" type="presParOf" srcId="{1C4E94A9-5A4D-4781-A3E7-C9762F3EBE5B}" destId="{0E10B54B-4404-48BC-8BA9-109BDF35B79D}" srcOrd="1" destOrd="0" presId="urn:microsoft.com/office/officeart/2018/5/layout/IconCircleLabelList"/>
    <dgm:cxn modelId="{ED9217F9-A296-4BA3-A2B3-87B5130E6564}" type="presParOf" srcId="{1C4E94A9-5A4D-4781-A3E7-C9762F3EBE5B}" destId="{987D0259-8775-478A-BD86-8542F0BB7A28}" srcOrd="2" destOrd="0" presId="urn:microsoft.com/office/officeart/2018/5/layout/IconCircleLabelList"/>
    <dgm:cxn modelId="{3F7901B1-F0AF-476F-B922-CFF72DA1E94C}" type="presParOf" srcId="{1C4E94A9-5A4D-4781-A3E7-C9762F3EBE5B}" destId="{6022B70A-6E1E-48DF-B795-35249F677C9D}" srcOrd="3" destOrd="0" presId="urn:microsoft.com/office/officeart/2018/5/layout/IconCircleLabelList"/>
    <dgm:cxn modelId="{38C5CDF5-05D5-4213-9323-00916DB6B51A}" type="presParOf" srcId="{092B077C-9A22-4298-84A3-92FC1A577539}" destId="{0DF70F1A-694B-48A1-8364-902D30389EFC}" srcOrd="1" destOrd="0" presId="urn:microsoft.com/office/officeart/2018/5/layout/IconCircleLabelList"/>
    <dgm:cxn modelId="{F2513BAE-1401-40E7-B208-CD3CCCBDD9D6}" type="presParOf" srcId="{092B077C-9A22-4298-84A3-92FC1A577539}" destId="{99E36909-6127-4AFE-81A6-B2328623A75D}" srcOrd="2" destOrd="0" presId="urn:microsoft.com/office/officeart/2018/5/layout/IconCircleLabelList"/>
    <dgm:cxn modelId="{1A11C2AA-E0AF-473C-A3C1-F94EE97DFC88}" type="presParOf" srcId="{99E36909-6127-4AFE-81A6-B2328623A75D}" destId="{5B7F80A3-7737-43A9-A5EF-517C4BADA039}" srcOrd="0" destOrd="0" presId="urn:microsoft.com/office/officeart/2018/5/layout/IconCircleLabelList"/>
    <dgm:cxn modelId="{328AB219-455F-4989-A546-5C8213859B5A}" type="presParOf" srcId="{99E36909-6127-4AFE-81A6-B2328623A75D}" destId="{8AAE8599-305C-4262-8780-18EAD8C4ED5A}" srcOrd="1" destOrd="0" presId="urn:microsoft.com/office/officeart/2018/5/layout/IconCircleLabelList"/>
    <dgm:cxn modelId="{29C6C6D4-F141-4A3D-9DF0-092ABA808044}" type="presParOf" srcId="{99E36909-6127-4AFE-81A6-B2328623A75D}" destId="{53354462-C4C6-4EC4-9742-C3B2ACD6851C}" srcOrd="2" destOrd="0" presId="urn:microsoft.com/office/officeart/2018/5/layout/IconCircleLabelList"/>
    <dgm:cxn modelId="{17FCDD32-A33C-44D0-A644-7E4244EA98B3}" type="presParOf" srcId="{99E36909-6127-4AFE-81A6-B2328623A75D}" destId="{544986DA-A1DB-45D9-AB81-1D462A1AF553}" srcOrd="3" destOrd="0" presId="urn:microsoft.com/office/officeart/2018/5/layout/IconCircleLabelList"/>
    <dgm:cxn modelId="{1E3BCF80-B2F1-471D-923F-B2811D90958C}" type="presParOf" srcId="{092B077C-9A22-4298-84A3-92FC1A577539}" destId="{346C92BA-55EC-43AF-A862-87D31158A92F}" srcOrd="3" destOrd="0" presId="urn:microsoft.com/office/officeart/2018/5/layout/IconCircleLabelList"/>
    <dgm:cxn modelId="{CAD9CA88-B7C3-4251-AC4B-35D4F820323A}" type="presParOf" srcId="{092B077C-9A22-4298-84A3-92FC1A577539}" destId="{A69F7E76-AA23-4178-A4B2-D9EEA2009D58}" srcOrd="4" destOrd="0" presId="urn:microsoft.com/office/officeart/2018/5/layout/IconCircleLabelList"/>
    <dgm:cxn modelId="{6EFF5547-9650-44A3-9340-E8DF2A3B6824}" type="presParOf" srcId="{A69F7E76-AA23-4178-A4B2-D9EEA2009D58}" destId="{1E5CF09A-672A-40FF-B98E-6014BADEACDA}" srcOrd="0" destOrd="0" presId="urn:microsoft.com/office/officeart/2018/5/layout/IconCircleLabelList"/>
    <dgm:cxn modelId="{95FB2C73-3BDA-4E1A-909A-40A9C432472E}" type="presParOf" srcId="{A69F7E76-AA23-4178-A4B2-D9EEA2009D58}" destId="{B6C9D0EA-2FDF-4BAD-B465-A3BA722F4B88}" srcOrd="1" destOrd="0" presId="urn:microsoft.com/office/officeart/2018/5/layout/IconCircleLabelList"/>
    <dgm:cxn modelId="{2FB3FA16-3532-4A6A-A6E6-1CAC284FFA8A}" type="presParOf" srcId="{A69F7E76-AA23-4178-A4B2-D9EEA2009D58}" destId="{E5C5220D-E03A-4A9D-8220-543536570BC6}" srcOrd="2" destOrd="0" presId="urn:microsoft.com/office/officeart/2018/5/layout/IconCircleLabelList"/>
    <dgm:cxn modelId="{0D2E2C4E-5BE8-4AC8-81CC-0D81CCAFE013}" type="presParOf" srcId="{A69F7E76-AA23-4178-A4B2-D9EEA2009D58}" destId="{4B3D59E0-5E8B-4F2C-BDFA-2F070FECAC52}" srcOrd="3" destOrd="0" presId="urn:microsoft.com/office/officeart/2018/5/layout/IconCircleLabelList"/>
    <dgm:cxn modelId="{5738DC4F-96B9-41F1-8214-BAA607EE1133}" type="presParOf" srcId="{092B077C-9A22-4298-84A3-92FC1A577539}" destId="{F10F8682-87C7-469F-9BB5-C548FE8F2D1A}" srcOrd="5" destOrd="0" presId="urn:microsoft.com/office/officeart/2018/5/layout/IconCircleLabelList"/>
    <dgm:cxn modelId="{E20C1511-9DFF-4831-AE19-231D1835363D}" type="presParOf" srcId="{092B077C-9A22-4298-84A3-92FC1A577539}" destId="{38CE4503-FA61-4ED5-A810-872D7017BD2D}" srcOrd="6" destOrd="0" presId="urn:microsoft.com/office/officeart/2018/5/layout/IconCircleLabelList"/>
    <dgm:cxn modelId="{675D61A1-0D8A-478F-B791-77A295B60C35}" type="presParOf" srcId="{38CE4503-FA61-4ED5-A810-872D7017BD2D}" destId="{48199E07-7A21-40E1-A944-E7712B5CA2AD}" srcOrd="0" destOrd="0" presId="urn:microsoft.com/office/officeart/2018/5/layout/IconCircleLabelList"/>
    <dgm:cxn modelId="{D8BECD64-1E13-4502-A6CF-685A5B46B3DC}" type="presParOf" srcId="{38CE4503-FA61-4ED5-A810-872D7017BD2D}" destId="{EAC54249-E0AC-41DF-BE14-AC4AFFC91EFD}" srcOrd="1" destOrd="0" presId="urn:microsoft.com/office/officeart/2018/5/layout/IconCircleLabelList"/>
    <dgm:cxn modelId="{5A9F9676-9920-4E99-A5C8-E264A9E32DFC}" type="presParOf" srcId="{38CE4503-FA61-4ED5-A810-872D7017BD2D}" destId="{225981F3-E329-425B-862C-F14E4B5E2EA2}" srcOrd="2" destOrd="0" presId="urn:microsoft.com/office/officeart/2018/5/layout/IconCircleLabelList"/>
    <dgm:cxn modelId="{EBE05BF5-277C-48BB-8361-47E81372365F}" type="presParOf" srcId="{38CE4503-FA61-4ED5-A810-872D7017BD2D}" destId="{B869BC7A-EB95-4BD5-A017-91619C617412}" srcOrd="3" destOrd="0" presId="urn:microsoft.com/office/officeart/2018/5/layout/IconCircleLabelList"/>
    <dgm:cxn modelId="{8C5E0D13-4D4B-44BF-B689-4D889157AE10}" type="presParOf" srcId="{092B077C-9A22-4298-84A3-92FC1A577539}" destId="{437FDB2C-98AE-4B5F-B858-EF7BF0E3C03C}" srcOrd="7" destOrd="0" presId="urn:microsoft.com/office/officeart/2018/5/layout/IconCircleLabelList"/>
    <dgm:cxn modelId="{3F419F47-F71C-46A3-9029-AD16351582A6}" type="presParOf" srcId="{092B077C-9A22-4298-84A3-92FC1A577539}" destId="{785CA5CF-DAFF-4FB4-8ED2-DBAA80C0AB2B}" srcOrd="8" destOrd="0" presId="urn:microsoft.com/office/officeart/2018/5/layout/IconCircleLabelList"/>
    <dgm:cxn modelId="{DFF36656-F72A-4828-81CB-15B35B1F05BE}" type="presParOf" srcId="{785CA5CF-DAFF-4FB4-8ED2-DBAA80C0AB2B}" destId="{7ED3EF3A-49A7-45E0-8641-F3F357FC3C88}" srcOrd="0" destOrd="0" presId="urn:microsoft.com/office/officeart/2018/5/layout/IconCircleLabelList"/>
    <dgm:cxn modelId="{02721BEB-81F5-4B1B-A0F5-D21214B54684}" type="presParOf" srcId="{785CA5CF-DAFF-4FB4-8ED2-DBAA80C0AB2B}" destId="{0DD14D45-02F3-4D0A-B85E-9D2918133DFE}" srcOrd="1" destOrd="0" presId="urn:microsoft.com/office/officeart/2018/5/layout/IconCircleLabelList"/>
    <dgm:cxn modelId="{90EF5AD0-2A57-4C8C-8385-1B03F6082BCF}" type="presParOf" srcId="{785CA5CF-DAFF-4FB4-8ED2-DBAA80C0AB2B}" destId="{79C78AF9-295A-4F2B-8780-BA9AD8A4EEF7}" srcOrd="2" destOrd="0" presId="urn:microsoft.com/office/officeart/2018/5/layout/IconCircleLabelList"/>
    <dgm:cxn modelId="{3A5ECB61-88B5-41F0-AC6D-B852A2982D65}" type="presParOf" srcId="{785CA5CF-DAFF-4FB4-8ED2-DBAA80C0AB2B}" destId="{32DDE1D7-52CE-4D45-A533-38997FE96D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720154-7CF5-4EC5-AE23-F8B09509D34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26179E-25B4-48A6-A2BA-C43A95AE373B}">
      <dgm:prSet/>
      <dgm:spPr/>
      <dgm:t>
        <a:bodyPr/>
        <a:lstStyle/>
        <a:p>
          <a:r>
            <a:rPr lang="en-US"/>
            <a:t>• Managing relational DB with dynamic UI updates.</a:t>
          </a:r>
        </a:p>
      </dgm:t>
    </dgm:pt>
    <dgm:pt modelId="{0CE3F142-0FF6-4505-9BDF-39C75075D595}" type="parTrans" cxnId="{8CCD5971-B5C5-4D80-A6D1-0B3A93D52E19}">
      <dgm:prSet/>
      <dgm:spPr/>
      <dgm:t>
        <a:bodyPr/>
        <a:lstStyle/>
        <a:p>
          <a:endParaRPr lang="en-US"/>
        </a:p>
      </dgm:t>
    </dgm:pt>
    <dgm:pt modelId="{ED65E5D5-B91A-4BF1-9435-D54EECE63A50}" type="sibTrans" cxnId="{8CCD5971-B5C5-4D80-A6D1-0B3A93D52E19}">
      <dgm:prSet/>
      <dgm:spPr/>
      <dgm:t>
        <a:bodyPr/>
        <a:lstStyle/>
        <a:p>
          <a:endParaRPr lang="en-US"/>
        </a:p>
      </dgm:t>
    </dgm:pt>
    <dgm:pt modelId="{5B87754B-46D2-4E03-A7FB-D71B6DFA7EEF}">
      <dgm:prSet/>
      <dgm:spPr/>
      <dgm:t>
        <a:bodyPr/>
        <a:lstStyle/>
        <a:p>
          <a:r>
            <a:rPr lang="en-US"/>
            <a:t>• Handling real-time capacity tracking.</a:t>
          </a:r>
        </a:p>
      </dgm:t>
    </dgm:pt>
    <dgm:pt modelId="{B42FFD48-E77E-42B0-98AA-9E523DE7B927}" type="parTrans" cxnId="{58CEF049-675C-4F1A-9E21-259B99FD499F}">
      <dgm:prSet/>
      <dgm:spPr/>
      <dgm:t>
        <a:bodyPr/>
        <a:lstStyle/>
        <a:p>
          <a:endParaRPr lang="en-US"/>
        </a:p>
      </dgm:t>
    </dgm:pt>
    <dgm:pt modelId="{5B9C3536-FDF7-4BB2-A9EB-51241AB50E8E}" type="sibTrans" cxnId="{58CEF049-675C-4F1A-9E21-259B99FD499F}">
      <dgm:prSet/>
      <dgm:spPr/>
      <dgm:t>
        <a:bodyPr/>
        <a:lstStyle/>
        <a:p>
          <a:endParaRPr lang="en-US"/>
        </a:p>
      </dgm:t>
    </dgm:pt>
    <dgm:pt modelId="{B88F05FA-BD5F-4121-ADED-1294F7E14495}">
      <dgm:prSet/>
      <dgm:spPr/>
      <dgm:t>
        <a:bodyPr/>
        <a:lstStyle/>
        <a:p>
          <a:r>
            <a:rPr lang="en-US"/>
            <a:t>• Coordinating between frontend, backend, and DB.</a:t>
          </a:r>
        </a:p>
      </dgm:t>
    </dgm:pt>
    <dgm:pt modelId="{E0DFE5DD-8FD6-4B8D-87DB-C6D6DD2E94FF}" type="parTrans" cxnId="{891CE5D7-EC60-41E0-824C-A6BE9FD8C154}">
      <dgm:prSet/>
      <dgm:spPr/>
      <dgm:t>
        <a:bodyPr/>
        <a:lstStyle/>
        <a:p>
          <a:endParaRPr lang="en-US"/>
        </a:p>
      </dgm:t>
    </dgm:pt>
    <dgm:pt modelId="{BB94E36D-D6CE-4555-A647-F647650C15D7}" type="sibTrans" cxnId="{891CE5D7-EC60-41E0-824C-A6BE9FD8C154}">
      <dgm:prSet/>
      <dgm:spPr/>
      <dgm:t>
        <a:bodyPr/>
        <a:lstStyle/>
        <a:p>
          <a:endParaRPr lang="en-US"/>
        </a:p>
      </dgm:t>
    </dgm:pt>
    <dgm:pt modelId="{F0ED8240-EDE6-4F21-AD0A-D7346C7989DC}">
      <dgm:prSet/>
      <dgm:spPr/>
      <dgm:t>
        <a:bodyPr/>
        <a:lstStyle/>
        <a:p>
          <a:r>
            <a:rPr lang="en-US"/>
            <a:t>• Importance of clear API design and schema planning.</a:t>
          </a:r>
        </a:p>
      </dgm:t>
    </dgm:pt>
    <dgm:pt modelId="{0442488F-2397-4C16-8C54-4D70618E60C1}" type="parTrans" cxnId="{6624917D-AABF-4307-A868-19FC747E85E3}">
      <dgm:prSet/>
      <dgm:spPr/>
      <dgm:t>
        <a:bodyPr/>
        <a:lstStyle/>
        <a:p>
          <a:endParaRPr lang="en-US"/>
        </a:p>
      </dgm:t>
    </dgm:pt>
    <dgm:pt modelId="{895A33FC-86FC-4372-ADA2-14991D2B1ABB}" type="sibTrans" cxnId="{6624917D-AABF-4307-A868-19FC747E85E3}">
      <dgm:prSet/>
      <dgm:spPr/>
      <dgm:t>
        <a:bodyPr/>
        <a:lstStyle/>
        <a:p>
          <a:endParaRPr lang="en-US"/>
        </a:p>
      </dgm:t>
    </dgm:pt>
    <dgm:pt modelId="{6BCB34AC-85F9-4D20-95EE-FCAF632798A7}" type="pres">
      <dgm:prSet presAssocID="{3D720154-7CF5-4EC5-AE23-F8B09509D343}" presName="diagram" presStyleCnt="0">
        <dgm:presLayoutVars>
          <dgm:dir/>
          <dgm:resizeHandles val="exact"/>
        </dgm:presLayoutVars>
      </dgm:prSet>
      <dgm:spPr/>
    </dgm:pt>
    <dgm:pt modelId="{7B367015-D7CB-404B-B75B-977CFDC2E7DA}" type="pres">
      <dgm:prSet presAssocID="{8F26179E-25B4-48A6-A2BA-C43A95AE373B}" presName="node" presStyleLbl="node1" presStyleIdx="0" presStyleCnt="4">
        <dgm:presLayoutVars>
          <dgm:bulletEnabled val="1"/>
        </dgm:presLayoutVars>
      </dgm:prSet>
      <dgm:spPr/>
    </dgm:pt>
    <dgm:pt modelId="{D3CEC120-239F-4C1F-BBC2-07FC4F45782D}" type="pres">
      <dgm:prSet presAssocID="{ED65E5D5-B91A-4BF1-9435-D54EECE63A50}" presName="sibTrans" presStyleCnt="0"/>
      <dgm:spPr/>
    </dgm:pt>
    <dgm:pt modelId="{70D35644-3C11-4E79-8AF7-CB9A36A0EBB1}" type="pres">
      <dgm:prSet presAssocID="{5B87754B-46D2-4E03-A7FB-D71B6DFA7EEF}" presName="node" presStyleLbl="node1" presStyleIdx="1" presStyleCnt="4">
        <dgm:presLayoutVars>
          <dgm:bulletEnabled val="1"/>
        </dgm:presLayoutVars>
      </dgm:prSet>
      <dgm:spPr/>
    </dgm:pt>
    <dgm:pt modelId="{FCB5AED4-BB52-4861-BF03-2AA93AAAED9E}" type="pres">
      <dgm:prSet presAssocID="{5B9C3536-FDF7-4BB2-A9EB-51241AB50E8E}" presName="sibTrans" presStyleCnt="0"/>
      <dgm:spPr/>
    </dgm:pt>
    <dgm:pt modelId="{B09F4AC1-F620-4B08-9D76-FB14824F5629}" type="pres">
      <dgm:prSet presAssocID="{B88F05FA-BD5F-4121-ADED-1294F7E14495}" presName="node" presStyleLbl="node1" presStyleIdx="2" presStyleCnt="4">
        <dgm:presLayoutVars>
          <dgm:bulletEnabled val="1"/>
        </dgm:presLayoutVars>
      </dgm:prSet>
      <dgm:spPr/>
    </dgm:pt>
    <dgm:pt modelId="{D2CD7FF9-6E93-46CE-948C-56D08CA66DE9}" type="pres">
      <dgm:prSet presAssocID="{BB94E36D-D6CE-4555-A647-F647650C15D7}" presName="sibTrans" presStyleCnt="0"/>
      <dgm:spPr/>
    </dgm:pt>
    <dgm:pt modelId="{A5CFB9C5-BB4A-47E3-A910-CCB4EC2B3CFC}" type="pres">
      <dgm:prSet presAssocID="{F0ED8240-EDE6-4F21-AD0A-D7346C7989DC}" presName="node" presStyleLbl="node1" presStyleIdx="3" presStyleCnt="4">
        <dgm:presLayoutVars>
          <dgm:bulletEnabled val="1"/>
        </dgm:presLayoutVars>
      </dgm:prSet>
      <dgm:spPr/>
    </dgm:pt>
  </dgm:ptLst>
  <dgm:cxnLst>
    <dgm:cxn modelId="{4E727A06-E12B-4CC6-8967-55175C358F3E}" type="presOf" srcId="{8F26179E-25B4-48A6-A2BA-C43A95AE373B}" destId="{7B367015-D7CB-404B-B75B-977CFDC2E7DA}" srcOrd="0" destOrd="0" presId="urn:microsoft.com/office/officeart/2005/8/layout/default"/>
    <dgm:cxn modelId="{1A51780E-A47B-4B37-9466-08814F804214}" type="presOf" srcId="{3D720154-7CF5-4EC5-AE23-F8B09509D343}" destId="{6BCB34AC-85F9-4D20-95EE-FCAF632798A7}" srcOrd="0" destOrd="0" presId="urn:microsoft.com/office/officeart/2005/8/layout/default"/>
    <dgm:cxn modelId="{84665C0F-4A23-4D4A-9C26-5A7E1604C671}" type="presOf" srcId="{B88F05FA-BD5F-4121-ADED-1294F7E14495}" destId="{B09F4AC1-F620-4B08-9D76-FB14824F5629}" srcOrd="0" destOrd="0" presId="urn:microsoft.com/office/officeart/2005/8/layout/default"/>
    <dgm:cxn modelId="{58CEF049-675C-4F1A-9E21-259B99FD499F}" srcId="{3D720154-7CF5-4EC5-AE23-F8B09509D343}" destId="{5B87754B-46D2-4E03-A7FB-D71B6DFA7EEF}" srcOrd="1" destOrd="0" parTransId="{B42FFD48-E77E-42B0-98AA-9E523DE7B927}" sibTransId="{5B9C3536-FDF7-4BB2-A9EB-51241AB50E8E}"/>
    <dgm:cxn modelId="{8CCD5971-B5C5-4D80-A6D1-0B3A93D52E19}" srcId="{3D720154-7CF5-4EC5-AE23-F8B09509D343}" destId="{8F26179E-25B4-48A6-A2BA-C43A95AE373B}" srcOrd="0" destOrd="0" parTransId="{0CE3F142-0FF6-4505-9BDF-39C75075D595}" sibTransId="{ED65E5D5-B91A-4BF1-9435-D54EECE63A50}"/>
    <dgm:cxn modelId="{2608C97B-26E9-4D1E-9005-C455E321E9CD}" type="presOf" srcId="{5B87754B-46D2-4E03-A7FB-D71B6DFA7EEF}" destId="{70D35644-3C11-4E79-8AF7-CB9A36A0EBB1}" srcOrd="0" destOrd="0" presId="urn:microsoft.com/office/officeart/2005/8/layout/default"/>
    <dgm:cxn modelId="{6624917D-AABF-4307-A868-19FC747E85E3}" srcId="{3D720154-7CF5-4EC5-AE23-F8B09509D343}" destId="{F0ED8240-EDE6-4F21-AD0A-D7346C7989DC}" srcOrd="3" destOrd="0" parTransId="{0442488F-2397-4C16-8C54-4D70618E60C1}" sibTransId="{895A33FC-86FC-4372-ADA2-14991D2B1ABB}"/>
    <dgm:cxn modelId="{891CE5D7-EC60-41E0-824C-A6BE9FD8C154}" srcId="{3D720154-7CF5-4EC5-AE23-F8B09509D343}" destId="{B88F05FA-BD5F-4121-ADED-1294F7E14495}" srcOrd="2" destOrd="0" parTransId="{E0DFE5DD-8FD6-4B8D-87DB-C6D6DD2E94FF}" sibTransId="{BB94E36D-D6CE-4555-A647-F647650C15D7}"/>
    <dgm:cxn modelId="{E68E1FFA-39B5-4AE0-9136-111862C3EAEB}" type="presOf" srcId="{F0ED8240-EDE6-4F21-AD0A-D7346C7989DC}" destId="{A5CFB9C5-BB4A-47E3-A910-CCB4EC2B3CFC}" srcOrd="0" destOrd="0" presId="urn:microsoft.com/office/officeart/2005/8/layout/default"/>
    <dgm:cxn modelId="{25EAFDEC-A641-430F-832A-9EDB636CDF21}" type="presParOf" srcId="{6BCB34AC-85F9-4D20-95EE-FCAF632798A7}" destId="{7B367015-D7CB-404B-B75B-977CFDC2E7DA}" srcOrd="0" destOrd="0" presId="urn:microsoft.com/office/officeart/2005/8/layout/default"/>
    <dgm:cxn modelId="{C4DA95C5-BD44-4B31-B1C1-30B78B787633}" type="presParOf" srcId="{6BCB34AC-85F9-4D20-95EE-FCAF632798A7}" destId="{D3CEC120-239F-4C1F-BBC2-07FC4F45782D}" srcOrd="1" destOrd="0" presId="urn:microsoft.com/office/officeart/2005/8/layout/default"/>
    <dgm:cxn modelId="{72759592-E8A8-451B-993C-EC295C132481}" type="presParOf" srcId="{6BCB34AC-85F9-4D20-95EE-FCAF632798A7}" destId="{70D35644-3C11-4E79-8AF7-CB9A36A0EBB1}" srcOrd="2" destOrd="0" presId="urn:microsoft.com/office/officeart/2005/8/layout/default"/>
    <dgm:cxn modelId="{45CA0745-8684-4A20-ABFC-4DCEE37806C5}" type="presParOf" srcId="{6BCB34AC-85F9-4D20-95EE-FCAF632798A7}" destId="{FCB5AED4-BB52-4861-BF03-2AA93AAAED9E}" srcOrd="3" destOrd="0" presId="urn:microsoft.com/office/officeart/2005/8/layout/default"/>
    <dgm:cxn modelId="{7FECD9F0-B8B2-4FC1-AD8C-3793C9A87A9C}" type="presParOf" srcId="{6BCB34AC-85F9-4D20-95EE-FCAF632798A7}" destId="{B09F4AC1-F620-4B08-9D76-FB14824F5629}" srcOrd="4" destOrd="0" presId="urn:microsoft.com/office/officeart/2005/8/layout/default"/>
    <dgm:cxn modelId="{04826FAB-4E29-4891-AF60-08047EC78DF7}" type="presParOf" srcId="{6BCB34AC-85F9-4D20-95EE-FCAF632798A7}" destId="{D2CD7FF9-6E93-46CE-948C-56D08CA66DE9}" srcOrd="5" destOrd="0" presId="urn:microsoft.com/office/officeart/2005/8/layout/default"/>
    <dgm:cxn modelId="{2F750E3C-80DE-4662-8F55-0A18926AFA55}" type="presParOf" srcId="{6BCB34AC-85F9-4D20-95EE-FCAF632798A7}" destId="{A5CFB9C5-BB4A-47E3-A910-CCB4EC2B3CF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0E0B2-68CB-48F0-B9AD-33A1F83FDF8D}">
      <dsp:nvSpPr>
        <dsp:cNvPr id="0" name=""/>
        <dsp:cNvSpPr/>
      </dsp:nvSpPr>
      <dsp:spPr>
        <a:xfrm>
          <a:off x="2190750" y="0"/>
          <a:ext cx="3733799" cy="373379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69C80-50B2-474F-A302-4609998DD6E1}">
      <dsp:nvSpPr>
        <dsp:cNvPr id="0" name=""/>
        <dsp:cNvSpPr/>
      </dsp:nvSpPr>
      <dsp:spPr>
        <a:xfrm>
          <a:off x="2545461" y="354710"/>
          <a:ext cx="1456181" cy="14561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React frontend collects user input.</a:t>
          </a:r>
        </a:p>
      </dsp:txBody>
      <dsp:txXfrm>
        <a:off x="2616546" y="425795"/>
        <a:ext cx="1314011" cy="1314011"/>
      </dsp:txXfrm>
    </dsp:sp>
    <dsp:sp modelId="{4A078240-E953-4975-995A-1B44CD635D33}">
      <dsp:nvSpPr>
        <dsp:cNvPr id="0" name=""/>
        <dsp:cNvSpPr/>
      </dsp:nvSpPr>
      <dsp:spPr>
        <a:xfrm>
          <a:off x="4113656" y="354710"/>
          <a:ext cx="1456181" cy="14561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Node.js backend processes API requests.</a:t>
          </a:r>
        </a:p>
      </dsp:txBody>
      <dsp:txXfrm>
        <a:off x="4184741" y="425795"/>
        <a:ext cx="1314011" cy="1314011"/>
      </dsp:txXfrm>
    </dsp:sp>
    <dsp:sp modelId="{CECFF9DE-29DE-45A2-8558-7082F718313B}">
      <dsp:nvSpPr>
        <dsp:cNvPr id="0" name=""/>
        <dsp:cNvSpPr/>
      </dsp:nvSpPr>
      <dsp:spPr>
        <a:xfrm>
          <a:off x="2545461" y="1922906"/>
          <a:ext cx="1456181" cy="145618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MySQL database stores and retrieves data.</a:t>
          </a:r>
        </a:p>
      </dsp:txBody>
      <dsp:txXfrm>
        <a:off x="2616546" y="1993991"/>
        <a:ext cx="1314011" cy="1314011"/>
      </dsp:txXfrm>
    </dsp:sp>
    <dsp:sp modelId="{9BE488A4-8929-4C42-9B2E-56FB8D1A1CB2}">
      <dsp:nvSpPr>
        <dsp:cNvPr id="0" name=""/>
        <dsp:cNvSpPr/>
      </dsp:nvSpPr>
      <dsp:spPr>
        <a:xfrm>
          <a:off x="4113656" y="1922906"/>
          <a:ext cx="1456181" cy="14561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Analytics calculated from live booking data.</a:t>
          </a:r>
        </a:p>
      </dsp:txBody>
      <dsp:txXfrm>
        <a:off x="4184741" y="1993991"/>
        <a:ext cx="1314011" cy="13140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FAAC0-E185-42AC-851B-EBB523F22048}">
      <dsp:nvSpPr>
        <dsp:cNvPr id="0" name=""/>
        <dsp:cNvSpPr/>
      </dsp:nvSpPr>
      <dsp:spPr>
        <a:xfrm>
          <a:off x="1849267" y="337648"/>
          <a:ext cx="2606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62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2297" y="381910"/>
        <a:ext cx="14561" cy="2915"/>
      </dsp:txXfrm>
    </dsp:sp>
    <dsp:sp modelId="{5422FD00-A4FA-4438-8B16-D692AF80C53C}">
      <dsp:nvSpPr>
        <dsp:cNvPr id="0" name=""/>
        <dsp:cNvSpPr/>
      </dsp:nvSpPr>
      <dsp:spPr>
        <a:xfrm>
          <a:off x="584882" y="3512"/>
          <a:ext cx="1266185" cy="7597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Tables:</a:t>
          </a:r>
        </a:p>
      </dsp:txBody>
      <dsp:txXfrm>
        <a:off x="584882" y="3512"/>
        <a:ext cx="1266185" cy="759711"/>
      </dsp:txXfrm>
    </dsp:sp>
    <dsp:sp modelId="{ACD41657-B65B-4B96-A0AA-3DF1493B0295}">
      <dsp:nvSpPr>
        <dsp:cNvPr id="0" name=""/>
        <dsp:cNvSpPr/>
      </dsp:nvSpPr>
      <dsp:spPr>
        <a:xfrm>
          <a:off x="1217974" y="761424"/>
          <a:ext cx="1557407" cy="260622"/>
        </a:xfrm>
        <a:custGeom>
          <a:avLst/>
          <a:gdLst/>
          <a:ahLst/>
          <a:cxnLst/>
          <a:rect l="0" t="0" r="0" b="0"/>
          <a:pathLst>
            <a:path>
              <a:moveTo>
                <a:pt x="1557407" y="0"/>
              </a:moveTo>
              <a:lnTo>
                <a:pt x="1557407" y="147411"/>
              </a:lnTo>
              <a:lnTo>
                <a:pt x="0" y="147411"/>
              </a:lnTo>
              <a:lnTo>
                <a:pt x="0" y="260622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068" y="890277"/>
        <a:ext cx="79220" cy="2915"/>
      </dsp:txXfrm>
    </dsp:sp>
    <dsp:sp modelId="{644FE4BB-6C8D-4AB5-B297-957B199A40B3}">
      <dsp:nvSpPr>
        <dsp:cNvPr id="0" name=""/>
        <dsp:cNvSpPr/>
      </dsp:nvSpPr>
      <dsp:spPr>
        <a:xfrm>
          <a:off x="2142289" y="3512"/>
          <a:ext cx="1266185" cy="7597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rides (id, name, description, duration, capacity, price)</a:t>
          </a:r>
        </a:p>
      </dsp:txBody>
      <dsp:txXfrm>
        <a:off x="2142289" y="3512"/>
        <a:ext cx="1266185" cy="759711"/>
      </dsp:txXfrm>
    </dsp:sp>
    <dsp:sp modelId="{3F6ACEFF-F437-41B7-A9B9-E195077AFF37}">
      <dsp:nvSpPr>
        <dsp:cNvPr id="0" name=""/>
        <dsp:cNvSpPr/>
      </dsp:nvSpPr>
      <dsp:spPr>
        <a:xfrm>
          <a:off x="1849267" y="1388582"/>
          <a:ext cx="2606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62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2297" y="1432844"/>
        <a:ext cx="14561" cy="2915"/>
      </dsp:txXfrm>
    </dsp:sp>
    <dsp:sp modelId="{E3E603A1-BD31-4C89-96C8-B066EBD74214}">
      <dsp:nvSpPr>
        <dsp:cNvPr id="0" name=""/>
        <dsp:cNvSpPr/>
      </dsp:nvSpPr>
      <dsp:spPr>
        <a:xfrm>
          <a:off x="584882" y="1054446"/>
          <a:ext cx="1266185" cy="7597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customers (id, name, email, phone)</a:t>
          </a:r>
        </a:p>
      </dsp:txBody>
      <dsp:txXfrm>
        <a:off x="584882" y="1054446"/>
        <a:ext cx="1266185" cy="759711"/>
      </dsp:txXfrm>
    </dsp:sp>
    <dsp:sp modelId="{EBABEEFA-3CEA-4A4A-94F1-3C92D3DD4B89}">
      <dsp:nvSpPr>
        <dsp:cNvPr id="0" name=""/>
        <dsp:cNvSpPr/>
      </dsp:nvSpPr>
      <dsp:spPr>
        <a:xfrm>
          <a:off x="1217974" y="1812357"/>
          <a:ext cx="1557407" cy="260622"/>
        </a:xfrm>
        <a:custGeom>
          <a:avLst/>
          <a:gdLst/>
          <a:ahLst/>
          <a:cxnLst/>
          <a:rect l="0" t="0" r="0" b="0"/>
          <a:pathLst>
            <a:path>
              <a:moveTo>
                <a:pt x="1557407" y="0"/>
              </a:moveTo>
              <a:lnTo>
                <a:pt x="1557407" y="147411"/>
              </a:lnTo>
              <a:lnTo>
                <a:pt x="0" y="147411"/>
              </a:lnTo>
              <a:lnTo>
                <a:pt x="0" y="260622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068" y="1941211"/>
        <a:ext cx="79220" cy="2915"/>
      </dsp:txXfrm>
    </dsp:sp>
    <dsp:sp modelId="{1DFE1BE9-1380-42B0-B567-465631C05B15}">
      <dsp:nvSpPr>
        <dsp:cNvPr id="0" name=""/>
        <dsp:cNvSpPr/>
      </dsp:nvSpPr>
      <dsp:spPr>
        <a:xfrm>
          <a:off x="2142289" y="1054446"/>
          <a:ext cx="1266185" cy="7597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bookings (id, customer_id, ride_id, ticket_type, date)</a:t>
          </a:r>
        </a:p>
      </dsp:txBody>
      <dsp:txXfrm>
        <a:off x="2142289" y="1054446"/>
        <a:ext cx="1266185" cy="759711"/>
      </dsp:txXfrm>
    </dsp:sp>
    <dsp:sp modelId="{EC61308C-A536-4EDD-85C2-7A4D0CA11D5F}">
      <dsp:nvSpPr>
        <dsp:cNvPr id="0" name=""/>
        <dsp:cNvSpPr/>
      </dsp:nvSpPr>
      <dsp:spPr>
        <a:xfrm>
          <a:off x="1849267" y="2439515"/>
          <a:ext cx="2606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622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2297" y="2483778"/>
        <a:ext cx="14561" cy="2915"/>
      </dsp:txXfrm>
    </dsp:sp>
    <dsp:sp modelId="{03A83D28-DF9E-4133-820A-14DFAFC3DED5}">
      <dsp:nvSpPr>
        <dsp:cNvPr id="0" name=""/>
        <dsp:cNvSpPr/>
      </dsp:nvSpPr>
      <dsp:spPr>
        <a:xfrm>
          <a:off x="584882" y="2105380"/>
          <a:ext cx="1266185" cy="7597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ticket_types (id, type, price)</a:t>
          </a:r>
        </a:p>
      </dsp:txBody>
      <dsp:txXfrm>
        <a:off x="584882" y="2105380"/>
        <a:ext cx="1266185" cy="759711"/>
      </dsp:txXfrm>
    </dsp:sp>
    <dsp:sp modelId="{03220FCE-5F17-47C5-8ED6-77E1B5A3ACCB}">
      <dsp:nvSpPr>
        <dsp:cNvPr id="0" name=""/>
        <dsp:cNvSpPr/>
      </dsp:nvSpPr>
      <dsp:spPr>
        <a:xfrm>
          <a:off x="1217974" y="2863291"/>
          <a:ext cx="1557407" cy="260622"/>
        </a:xfrm>
        <a:custGeom>
          <a:avLst/>
          <a:gdLst/>
          <a:ahLst/>
          <a:cxnLst/>
          <a:rect l="0" t="0" r="0" b="0"/>
          <a:pathLst>
            <a:path>
              <a:moveTo>
                <a:pt x="1557407" y="0"/>
              </a:moveTo>
              <a:lnTo>
                <a:pt x="1557407" y="147411"/>
              </a:lnTo>
              <a:lnTo>
                <a:pt x="0" y="147411"/>
              </a:lnTo>
              <a:lnTo>
                <a:pt x="0" y="260622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068" y="2992145"/>
        <a:ext cx="79220" cy="2915"/>
      </dsp:txXfrm>
    </dsp:sp>
    <dsp:sp modelId="{4513045B-F907-4E99-BA79-A5A673CADF02}">
      <dsp:nvSpPr>
        <dsp:cNvPr id="0" name=""/>
        <dsp:cNvSpPr/>
      </dsp:nvSpPr>
      <dsp:spPr>
        <a:xfrm>
          <a:off x="2142289" y="2105380"/>
          <a:ext cx="1266185" cy="7597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Relationships:</a:t>
          </a:r>
        </a:p>
      </dsp:txBody>
      <dsp:txXfrm>
        <a:off x="2142289" y="2105380"/>
        <a:ext cx="1266185" cy="759711"/>
      </dsp:txXfrm>
    </dsp:sp>
    <dsp:sp modelId="{E9FA14B5-5AEB-4C80-9EC7-D691AB98D5BB}">
      <dsp:nvSpPr>
        <dsp:cNvPr id="0" name=""/>
        <dsp:cNvSpPr/>
      </dsp:nvSpPr>
      <dsp:spPr>
        <a:xfrm>
          <a:off x="584882" y="3156313"/>
          <a:ext cx="1266185" cy="7597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44" tIns="65126" rIns="62044" bIns="6512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bookings links customers to rides.</a:t>
          </a:r>
        </a:p>
      </dsp:txBody>
      <dsp:txXfrm>
        <a:off x="584882" y="3156313"/>
        <a:ext cx="1266185" cy="7597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DE14F-A5AE-4590-B277-21786B67A675}">
      <dsp:nvSpPr>
        <dsp:cNvPr id="0" name=""/>
        <dsp:cNvSpPr/>
      </dsp:nvSpPr>
      <dsp:spPr>
        <a:xfrm>
          <a:off x="0" y="251670"/>
          <a:ext cx="5175384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Park &amp; Ride Management – Add/update/delete rides.</a:t>
          </a:r>
        </a:p>
      </dsp:txBody>
      <dsp:txXfrm>
        <a:off x="58257" y="309927"/>
        <a:ext cx="5058870" cy="1076886"/>
      </dsp:txXfrm>
    </dsp:sp>
    <dsp:sp modelId="{AF37EB8B-176A-411E-8C2E-8E5F31B6230D}">
      <dsp:nvSpPr>
        <dsp:cNvPr id="0" name=""/>
        <dsp:cNvSpPr/>
      </dsp:nvSpPr>
      <dsp:spPr>
        <a:xfrm>
          <a:off x="0" y="1531470"/>
          <a:ext cx="5175384" cy="1193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Booking Creation – Customer info + ride selection.</a:t>
          </a:r>
        </a:p>
      </dsp:txBody>
      <dsp:txXfrm>
        <a:off x="58257" y="1589727"/>
        <a:ext cx="5058870" cy="1076886"/>
      </dsp:txXfrm>
    </dsp:sp>
    <dsp:sp modelId="{70B5EE32-F182-47DA-AD34-F17255E11F70}">
      <dsp:nvSpPr>
        <dsp:cNvPr id="0" name=""/>
        <dsp:cNvSpPr/>
      </dsp:nvSpPr>
      <dsp:spPr>
        <a:xfrm>
          <a:off x="0" y="2811270"/>
          <a:ext cx="5175384" cy="1193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Booking Cancellation – Updates DB &amp; analytics.</a:t>
          </a:r>
        </a:p>
      </dsp:txBody>
      <dsp:txXfrm>
        <a:off x="58257" y="2869527"/>
        <a:ext cx="5058870" cy="1076886"/>
      </dsp:txXfrm>
    </dsp:sp>
    <dsp:sp modelId="{F68F0AD2-168C-4F99-95D7-A1AAB07DF658}">
      <dsp:nvSpPr>
        <dsp:cNvPr id="0" name=""/>
        <dsp:cNvSpPr/>
      </dsp:nvSpPr>
      <dsp:spPr>
        <a:xfrm>
          <a:off x="0" y="4091070"/>
          <a:ext cx="5175384" cy="1193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Analytics View – Revenue &amp; booking stats per ride.</a:t>
          </a:r>
        </a:p>
      </dsp:txBody>
      <dsp:txXfrm>
        <a:off x="58257" y="4149327"/>
        <a:ext cx="5058870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E1AF2-7938-4BDC-A33B-BEFF646CD9FD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0B54B-4404-48BC-8BA9-109BDF35B79D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2B70A-6E1E-48DF-B795-35249F677C9D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Multi-ride booking per transaction.</a:t>
          </a:r>
        </a:p>
      </dsp:txBody>
      <dsp:txXfrm>
        <a:off x="518589" y="1265836"/>
        <a:ext cx="1582031" cy="632812"/>
      </dsp:txXfrm>
    </dsp:sp>
    <dsp:sp modelId="{5B7F80A3-7737-43A9-A5EF-517C4BADA039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E8599-305C-4262-8780-18EAD8C4ED5A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986DA-A1DB-45D9-AB81-1D462A1AF55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Auto-refresh analytics.</a:t>
          </a:r>
        </a:p>
      </dsp:txBody>
      <dsp:txXfrm>
        <a:off x="2377476" y="1265836"/>
        <a:ext cx="1582031" cy="632812"/>
      </dsp:txXfrm>
    </dsp:sp>
    <dsp:sp modelId="{1E5CF09A-672A-40FF-B98E-6014BADEACDA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9D0EA-2FDF-4BAD-B465-A3BA722F4B88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D59E0-5E8B-4F2C-BDFA-2F070FECAC52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Add-ons like FastPass, meal plans.</a:t>
          </a:r>
        </a:p>
      </dsp:txBody>
      <dsp:txXfrm>
        <a:off x="4236363" y="1265836"/>
        <a:ext cx="1582031" cy="632812"/>
      </dsp:txXfrm>
    </dsp:sp>
    <dsp:sp modelId="{48199E07-7A21-40E1-A944-E7712B5CA2AD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54249-E0AC-41DF-BE14-AC4AFFC91EFD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9BC7A-EB95-4BD5-A017-91619C617412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Payment integration.</a:t>
          </a:r>
        </a:p>
      </dsp:txBody>
      <dsp:txXfrm>
        <a:off x="6095249" y="1265836"/>
        <a:ext cx="1582031" cy="632812"/>
      </dsp:txXfrm>
    </dsp:sp>
    <dsp:sp modelId="{7ED3EF3A-49A7-45E0-8641-F3F357FC3C88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14D45-02F3-4D0A-B85E-9D2918133DFE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DE1D7-52CE-4D45-A533-38997FE96D18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Advanced time-slot booking.</a:t>
          </a:r>
        </a:p>
      </dsp:txBody>
      <dsp:txXfrm>
        <a:off x="3306919" y="3559781"/>
        <a:ext cx="1582031" cy="632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67015-D7CB-404B-B75B-977CFDC2E7DA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Managing relational DB with dynamic UI updates.</a:t>
          </a:r>
        </a:p>
      </dsp:txBody>
      <dsp:txXfrm>
        <a:off x="757092" y="1992"/>
        <a:ext cx="3034531" cy="1820718"/>
      </dsp:txXfrm>
    </dsp:sp>
    <dsp:sp modelId="{70D35644-3C11-4E79-8AF7-CB9A36A0EBB1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Handling real-time capacity tracking.</a:t>
          </a:r>
        </a:p>
      </dsp:txBody>
      <dsp:txXfrm>
        <a:off x="4095076" y="1992"/>
        <a:ext cx="3034531" cy="1820718"/>
      </dsp:txXfrm>
    </dsp:sp>
    <dsp:sp modelId="{B09F4AC1-F620-4B08-9D76-FB14824F5629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Coordinating between frontend, backend, and DB.</a:t>
          </a:r>
        </a:p>
      </dsp:txBody>
      <dsp:txXfrm>
        <a:off x="757092" y="2126164"/>
        <a:ext cx="3034531" cy="1820718"/>
      </dsp:txXfrm>
    </dsp:sp>
    <dsp:sp modelId="{A5CFB9C5-BB4A-47E3-A910-CCB4EC2B3CFC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Importance of clear API design and schema planning.</a:t>
          </a:r>
        </a:p>
      </dsp:txBody>
      <dsp:txXfrm>
        <a:off x="4095076" y="2126164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08606-0FD0-4AD0-B07D-191314D2358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E8AA6-917A-41A7-A090-F1344A68E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99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E8AA6-917A-41A7-A090-F1344A68EFD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265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Amusement Park Ticket Booking System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1261517" y="2828224"/>
            <a:ext cx="5033221" cy="29986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100" dirty="0"/>
              <a:t>CIS 552 Database Design (Summer 2025)</a:t>
            </a:r>
          </a:p>
          <a:p>
            <a:pPr marL="0" indent="0" algn="ctr">
              <a:buNone/>
            </a:pPr>
            <a:r>
              <a:rPr lang="en-IN" sz="2100" dirty="0"/>
              <a:t>Advisor: Prof. Ashokkumar Patel</a:t>
            </a:r>
          </a:p>
          <a:p>
            <a:pPr marL="0" indent="0">
              <a:buNone/>
            </a:pPr>
            <a:endParaRPr lang="en-IN" sz="2100" dirty="0"/>
          </a:p>
          <a:p>
            <a:pPr marL="0" indent="0" algn="ctr">
              <a:buNone/>
            </a:pPr>
            <a:r>
              <a:rPr sz="2100" dirty="0"/>
              <a:t>T</a:t>
            </a:r>
            <a:r>
              <a:rPr lang="en-IN" sz="2100" dirty="0"/>
              <a:t>EAM</a:t>
            </a:r>
            <a:r>
              <a:rPr sz="2100" dirty="0"/>
              <a:t> 12</a:t>
            </a:r>
            <a:r>
              <a:rPr lang="en-IN" sz="2100" dirty="0"/>
              <a:t> </a:t>
            </a:r>
          </a:p>
          <a:p>
            <a:pPr marL="0" indent="0" algn="ctr">
              <a:buNone/>
            </a:pPr>
            <a:r>
              <a:rPr sz="2100" dirty="0"/>
              <a:t>Anuj Bansal</a:t>
            </a:r>
            <a:r>
              <a:rPr lang="en-IN" sz="2100" dirty="0"/>
              <a:t> (02186727)</a:t>
            </a:r>
          </a:p>
          <a:p>
            <a:pPr marL="0" indent="0" algn="ctr">
              <a:buNone/>
            </a:pPr>
            <a:r>
              <a:rPr sz="2100" dirty="0"/>
              <a:t>Kavya Selvaraj </a:t>
            </a:r>
            <a:r>
              <a:rPr lang="en-IN" sz="2100" dirty="0"/>
              <a:t>(02190706) </a:t>
            </a:r>
          </a:p>
          <a:p>
            <a:pPr marL="0" indent="0" algn="ctr">
              <a:buNone/>
            </a:pPr>
            <a:r>
              <a:rPr lang="en-IN" sz="2100" dirty="0"/>
              <a:t>Shruthi Ravi (02196018)                          </a:t>
            </a:r>
            <a:endParaRPr sz="2100" dirty="0"/>
          </a:p>
          <a:p>
            <a:pPr marL="0" indent="0">
              <a:buNone/>
            </a:pPr>
            <a:endParaRPr lang="en-IN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0DAA253C-5500-6EA9-FE10-E96DE513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A0D587F-B0A2-7CE5-0675-BD9148CA8890}"/>
              </a:ext>
            </a:extLst>
          </p:cNvPr>
          <p:cNvSpPr txBox="1">
            <a:spLocks/>
          </p:cNvSpPr>
          <p:nvPr/>
        </p:nvSpPr>
        <p:spPr>
          <a:xfrm>
            <a:off x="840698" y="1834052"/>
            <a:ext cx="560562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000" dirty="0"/>
              <a:t>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" y="1700784"/>
            <a:ext cx="4425693" cy="41826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• Manual booking processes in amusement parks lead to delays and inefficiencies.</a:t>
            </a:r>
          </a:p>
          <a:p>
            <a:pPr marL="0" indent="0">
              <a:buNone/>
            </a:pPr>
            <a:r>
              <a:rPr lang="en-US" sz="1800" dirty="0"/>
              <a:t>• Need for a centralized system to manage rides, bookings, and analytics.</a:t>
            </a:r>
          </a:p>
          <a:p>
            <a:pPr marL="0" indent="0">
              <a:buNone/>
            </a:pPr>
            <a:r>
              <a:rPr lang="en-US" sz="1800" dirty="0"/>
              <a:t>• Provide a seamless customer booking experience while enabling administrators to monitor operations.</a:t>
            </a:r>
          </a:p>
        </p:txBody>
      </p:sp>
      <p:pic>
        <p:nvPicPr>
          <p:cNvPr id="5" name="Picture 4" descr="Chain swing carnival ride">
            <a:extLst>
              <a:ext uri="{FF2B5EF4-FFF2-40B4-BE49-F238E27FC236}">
                <a16:creationId xmlns:a16="http://schemas.microsoft.com/office/drawing/2014/main" id="{9891BEA3-4926-8B94-62BD-099F5202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61" r="1688" b="-9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51" y="1556875"/>
            <a:ext cx="4263136" cy="45167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• Design and implement a database-driven system for rides, customers, ticket types, and bookings.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• Enable CRUD operations for rides, bookings, and customers.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• Provide booking status and analytics to administrators.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• Allow booking cancellations and capacity updates.</a:t>
            </a: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3B264754-3C81-2934-FA2C-DF41187A5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47" r="11032" b="-1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41" y="2096312"/>
            <a:ext cx="3799989" cy="40758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Frontend:</a:t>
            </a:r>
          </a:p>
          <a:p>
            <a:pPr marL="0" indent="0">
              <a:buNone/>
            </a:pPr>
            <a:r>
              <a:rPr lang="en-US" sz="1800" dirty="0"/>
              <a:t> • React (JavaScript, HTML, CSS, Tailwind CSS)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Backend:</a:t>
            </a:r>
          </a:p>
          <a:p>
            <a:pPr marL="0" indent="0">
              <a:buNone/>
            </a:pPr>
            <a:r>
              <a:rPr lang="en-US" sz="1800" dirty="0"/>
              <a:t>• Node.js with Express.js, REST API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Database:</a:t>
            </a:r>
          </a:p>
          <a:p>
            <a:pPr marL="0" indent="0">
              <a:buNone/>
            </a:pPr>
            <a:r>
              <a:rPr lang="en-US" sz="1800" dirty="0"/>
              <a:t>• MySQL (mysql2 connector)</a:t>
            </a:r>
          </a:p>
          <a:p>
            <a:pPr marL="0" indent="0">
              <a:buNone/>
            </a:pPr>
            <a:r>
              <a:rPr lang="en-US" sz="1800" dirty="0"/>
              <a:t>Other Tools:</a:t>
            </a:r>
          </a:p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dirty="0" err="1"/>
              <a:t>cors</a:t>
            </a:r>
            <a:r>
              <a:rPr lang="en-US" sz="1800" dirty="0"/>
              <a:t>, body-parser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B306A-8BF3-60DD-50D1-665EF998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05" r="45299" b="625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2F6FAA-9318-BE17-29C2-F21290B7E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59860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Database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766C8-4791-B3A4-5553-7251FA68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3" r="49451" b="3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2D4C89-D9B4-FB06-A0DE-DBC9CDFDA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01317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Key Features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0F2C5BE-11D9-6963-ACF7-98A442D7E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6583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69" y="1142999"/>
            <a:ext cx="3855362" cy="50487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• Only one ride per booking is supported.</a:t>
            </a:r>
          </a:p>
          <a:p>
            <a:pPr marL="0" indent="0">
              <a:buNone/>
            </a:pPr>
            <a:r>
              <a:rPr lang="en-US" sz="2000" dirty="0"/>
              <a:t>• Analytics require manual refresh.</a:t>
            </a:r>
          </a:p>
          <a:p>
            <a:pPr marL="0" indent="0">
              <a:buNone/>
            </a:pPr>
            <a:r>
              <a:rPr lang="en-US" sz="2000" dirty="0"/>
              <a:t>• No payment gateway integration.</a:t>
            </a:r>
          </a:p>
          <a:p>
            <a:pPr marL="0" indent="0">
              <a:buNone/>
            </a:pPr>
            <a:r>
              <a:rPr lang="en-US" sz="2000" dirty="0"/>
              <a:t>• No time-slot booking.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0531E8EC-3752-67B6-E156-E90B7133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19" r="19596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EA0499-2E02-4B75-101F-FD9993932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1280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Challenges &amp; Lessons Learned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4E869A-BEFC-AF21-2F3A-6D91B923F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51707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sz="1800" dirty="0"/>
              <a:t>• Successfully implemented an end-to-end booking system.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sz="1800" dirty="0"/>
              <a:t>• Demonstrated CRUD operations, booking flow, and analytics.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sz="1800" dirty="0"/>
              <a:t>• Scalable foundation for future feature expansion.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sz="1800" dirty="0"/>
              <a:t>• Practical learning experience in full-stack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9A5BFA80-6F56-C759-C33F-DBD77F87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3" r="-2" b="1120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5737867"/>
            <a:ext cx="5956785" cy="6184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rgbClr val="FFFFF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463</Words>
  <Application>Microsoft Office PowerPoint</Application>
  <PresentationFormat>On-screen Show (4:3)</PresentationFormat>
  <Paragraphs>71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Amusement Park Ticket Booking System</vt:lpstr>
      <vt:lpstr>Problem Statement</vt:lpstr>
      <vt:lpstr>Project Objectives</vt:lpstr>
      <vt:lpstr>Technology Stack</vt:lpstr>
      <vt:lpstr>System Architecture</vt:lpstr>
      <vt:lpstr>Database Design</vt:lpstr>
      <vt:lpstr>Key Features</vt:lpstr>
      <vt:lpstr>Current Limitations</vt:lpstr>
      <vt:lpstr>Future Enhancements</vt:lpstr>
      <vt:lpstr>Challenges &amp; Lessons Learned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Shruthi Gia</dc:creator>
  <cp:keywords/>
  <dc:description>generated using python-pptx</dc:description>
  <cp:lastModifiedBy>Shruthi Gia</cp:lastModifiedBy>
  <cp:revision>22</cp:revision>
  <dcterms:created xsi:type="dcterms:W3CDTF">2013-01-27T09:14:16Z</dcterms:created>
  <dcterms:modified xsi:type="dcterms:W3CDTF">2025-08-13T21:00:39Z</dcterms:modified>
  <cp:category/>
</cp:coreProperties>
</file>